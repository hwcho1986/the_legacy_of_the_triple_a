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66" r:id="rId4"/>
    <p:sldId id="285" r:id="rId5"/>
    <p:sldId id="294" r:id="rId6"/>
    <p:sldId id="296" r:id="rId7"/>
    <p:sldId id="295" r:id="rId8"/>
    <p:sldId id="302" r:id="rId9"/>
    <p:sldId id="290" r:id="rId10"/>
    <p:sldId id="297" r:id="rId11"/>
    <p:sldId id="298" r:id="rId12"/>
    <p:sldId id="300" r:id="rId13"/>
    <p:sldId id="301" r:id="rId14"/>
    <p:sldId id="303" r:id="rId15"/>
    <p:sldId id="304" r:id="rId16"/>
    <p:sldId id="305" r:id="rId17"/>
    <p:sldId id="306" r:id="rId18"/>
    <p:sldId id="307" r:id="rId19"/>
    <p:sldId id="308" r:id="rId20"/>
    <p:sldId id="309" r:id="rId21"/>
    <p:sldId id="310" r:id="rId22"/>
    <p:sldId id="311" r:id="rId23"/>
    <p:sldId id="312" r:id="rId24"/>
    <p:sldId id="313" r:id="rId25"/>
    <p:sldId id="314" r:id="rId26"/>
    <p:sldId id="315" r:id="rId27"/>
    <p:sldId id="316" r:id="rId28"/>
    <p:sldId id="318" r:id="rId29"/>
    <p:sldId id="317" r:id="rId30"/>
    <p:sldId id="319" r:id="rId31"/>
    <p:sldId id="320" r:id="rId32"/>
    <p:sldId id="321" r:id="rId3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5" roundtripDataSignature="AMtx7mjm/HNdcQMGtAyazetz/GBfkdLt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CC"/>
    <a:srgbClr val="FF66FF"/>
    <a:srgbClr val="163567"/>
    <a:srgbClr val="7D8FAA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BF69B47-AD24-44BB-8F13-1513BB9C1FDB}">
  <a:tblStyle styleId="{0BF69B47-AD24-44BB-8F13-1513BB9C1FD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B724E997-154B-4597-88FB-58FEF4BC8939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43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08" y="3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customschemas.google.com/relationships/presentationmetadata" Target="meta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" name="Google Shape;5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 altLang="en-US" dirty="0"/>
              <a:t>기타 문구</a:t>
            </a:r>
            <a:endParaRPr lang="en-US" altLang="ko-K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 altLang="en-US" dirty="0" err="1"/>
              <a:t>라이브루리</a:t>
            </a:r>
            <a:r>
              <a:rPr lang="ko-KR" altLang="en-US" dirty="0"/>
              <a:t> </a:t>
            </a:r>
            <a:r>
              <a:rPr lang="en-US" altLang="ko-KR" dirty="0"/>
              <a:t>· </a:t>
            </a:r>
            <a:r>
              <a:rPr lang="ko-KR" altLang="en-US" dirty="0" err="1"/>
              <a:t>멜로데이즈</a:t>
            </a:r>
            <a:r>
              <a:rPr lang="ko-KR" altLang="en-US" dirty="0"/>
              <a:t> </a:t>
            </a:r>
            <a:r>
              <a:rPr lang="en-US" altLang="ko-KR" dirty="0"/>
              <a:t>· </a:t>
            </a:r>
            <a:r>
              <a:rPr lang="ko-KR" altLang="en-US" dirty="0" err="1"/>
              <a:t>버츄얼</a:t>
            </a:r>
            <a:r>
              <a:rPr lang="ko-KR" altLang="en-US" dirty="0"/>
              <a:t> 헤르츠 </a:t>
            </a:r>
            <a:r>
              <a:rPr lang="en-US" altLang="ko-KR" dirty="0"/>
              <a:t>· </a:t>
            </a:r>
            <a:r>
              <a:rPr lang="ko-KR" altLang="en-US" dirty="0" err="1"/>
              <a:t>스콘</a:t>
            </a:r>
            <a:r>
              <a:rPr lang="ko-KR" altLang="en-US" dirty="0"/>
              <a:t> </a:t>
            </a:r>
            <a:r>
              <a:rPr lang="en-US" altLang="ko-KR" dirty="0"/>
              <a:t>· </a:t>
            </a:r>
            <a:r>
              <a:rPr lang="ko-KR" altLang="en-US" dirty="0" err="1"/>
              <a:t>스타게이저</a:t>
            </a:r>
            <a:r>
              <a:rPr lang="ko-KR" altLang="en-US" dirty="0"/>
              <a:t> </a:t>
            </a:r>
            <a:r>
              <a:rPr lang="en-US" altLang="ko-KR" dirty="0"/>
              <a:t>· </a:t>
            </a:r>
            <a:r>
              <a:rPr lang="ko-KR" altLang="en-US" dirty="0" err="1"/>
              <a:t>스텔라이브</a:t>
            </a:r>
            <a:r>
              <a:rPr lang="ko-KR" altLang="en-US" dirty="0"/>
              <a:t> </a:t>
            </a:r>
            <a:r>
              <a:rPr lang="en-US" altLang="ko-KR" dirty="0"/>
              <a:t>· </a:t>
            </a:r>
            <a:r>
              <a:rPr lang="ko-KR" altLang="en-US" dirty="0" err="1"/>
              <a:t>오버더월</a:t>
            </a:r>
            <a:r>
              <a:rPr lang="ko-KR" altLang="en-US" dirty="0"/>
              <a:t> </a:t>
            </a:r>
            <a:r>
              <a:rPr lang="en-US" altLang="ko-KR" dirty="0"/>
              <a:t>· </a:t>
            </a:r>
            <a:r>
              <a:rPr lang="ko-KR" altLang="en-US" dirty="0" err="1"/>
              <a:t>일루전</a:t>
            </a:r>
            <a:r>
              <a:rPr lang="ko-KR" altLang="en-US" dirty="0"/>
              <a:t> 라이브 </a:t>
            </a:r>
            <a:r>
              <a:rPr lang="en-US" altLang="ko-KR" dirty="0"/>
              <a:t>· </a:t>
            </a:r>
            <a:r>
              <a:rPr lang="ko-KR" altLang="en-US" dirty="0" err="1"/>
              <a:t>츠라이컴퍼니</a:t>
            </a:r>
            <a:r>
              <a:rPr lang="ko-KR" altLang="en-US" dirty="0"/>
              <a:t> </a:t>
            </a:r>
            <a:r>
              <a:rPr lang="en-US" altLang="ko-KR" dirty="0"/>
              <a:t>· </a:t>
            </a:r>
            <a:r>
              <a:rPr lang="ko-KR" altLang="en-US" dirty="0" err="1"/>
              <a:t>카론</a:t>
            </a:r>
            <a:r>
              <a:rPr lang="ko-KR" altLang="en-US" dirty="0"/>
              <a:t> 유니버스</a:t>
            </a:r>
            <a:r>
              <a:rPr lang="en-US" altLang="ko-KR" dirty="0"/>
              <a:t>· </a:t>
            </a:r>
            <a:r>
              <a:rPr lang="ko-KR" altLang="en-US" dirty="0"/>
              <a:t>프리 유니버스 </a:t>
            </a:r>
            <a:r>
              <a:rPr lang="en-US" altLang="ko-KR" dirty="0"/>
              <a:t>· </a:t>
            </a:r>
            <a:r>
              <a:rPr lang="en-US" altLang="ko-KR" dirty="0" err="1"/>
              <a:t>AkaiV</a:t>
            </a:r>
            <a:r>
              <a:rPr lang="en-US" altLang="ko-KR" dirty="0"/>
              <a:t> Studio · V-LUP · VRECORD · V-</a:t>
            </a:r>
            <a:r>
              <a:rPr lang="en-US" altLang="ko-KR" dirty="0" err="1"/>
              <a:t>llage</a:t>
            </a:r>
            <a:r>
              <a:rPr lang="en-US" altLang="ko-KR" dirty="0"/>
              <a:t> · V&amp;U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altLang="ko-K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 altLang="en-US" dirty="0" err="1"/>
              <a:t>나나시잉크</a:t>
            </a:r>
            <a:r>
              <a:rPr lang="ko-KR" altLang="en-US" dirty="0"/>
              <a:t> </a:t>
            </a:r>
            <a:r>
              <a:rPr lang="en-US" altLang="ko-KR" dirty="0"/>
              <a:t>· </a:t>
            </a:r>
            <a:r>
              <a:rPr lang="ko-KR" altLang="en-US" dirty="0" err="1"/>
              <a:t>노리프로</a:t>
            </a:r>
            <a:r>
              <a:rPr lang="ko-KR" altLang="en-US" dirty="0"/>
              <a:t> </a:t>
            </a:r>
            <a:r>
              <a:rPr lang="en-US" altLang="ko-KR" dirty="0"/>
              <a:t>· </a:t>
            </a:r>
            <a:r>
              <a:rPr lang="ko-KR" altLang="en-US" dirty="0" err="1"/>
              <a:t>니지산지</a:t>
            </a:r>
            <a:r>
              <a:rPr lang="ko-KR" altLang="en-US" dirty="0"/>
              <a:t> </a:t>
            </a:r>
            <a:r>
              <a:rPr lang="en-US" altLang="ko-KR" dirty="0"/>
              <a:t>· </a:t>
            </a:r>
            <a:r>
              <a:rPr lang="ko-KR" altLang="en-US" dirty="0" err="1"/>
              <a:t>밀리언</a:t>
            </a:r>
            <a:r>
              <a:rPr lang="ko-KR" altLang="en-US" dirty="0"/>
              <a:t> 프로덕션 </a:t>
            </a:r>
            <a:r>
              <a:rPr lang="en-US" altLang="ko-KR" dirty="0"/>
              <a:t>· </a:t>
            </a:r>
            <a:r>
              <a:rPr lang="ko-KR" altLang="en-US" dirty="0" err="1"/>
              <a:t>사방신희</a:t>
            </a:r>
            <a:r>
              <a:rPr lang="ko-KR" altLang="en-US" dirty="0"/>
              <a:t> </a:t>
            </a:r>
            <a:r>
              <a:rPr lang="en-US" altLang="ko-KR" dirty="0"/>
              <a:t>· </a:t>
            </a:r>
            <a:r>
              <a:rPr lang="ko-KR" altLang="en-US" dirty="0" err="1"/>
              <a:t>아오기리</a:t>
            </a:r>
            <a:r>
              <a:rPr lang="ko-KR" altLang="en-US" dirty="0"/>
              <a:t> 고교 </a:t>
            </a:r>
            <a:r>
              <a:rPr lang="en-US" altLang="ko-KR" dirty="0"/>
              <a:t>· </a:t>
            </a:r>
            <a:r>
              <a:rPr lang="ko-KR" altLang="en-US" dirty="0" err="1"/>
              <a:t>에일렌</a:t>
            </a:r>
            <a:r>
              <a:rPr lang="ko-KR" altLang="en-US" dirty="0"/>
              <a:t> 일가 </a:t>
            </a:r>
            <a:r>
              <a:rPr lang="en-US" altLang="ko-KR" dirty="0"/>
              <a:t>· </a:t>
            </a:r>
            <a:r>
              <a:rPr lang="ko-KR" altLang="en-US" dirty="0"/>
              <a:t>프로프로 프로덕션 </a:t>
            </a:r>
            <a:r>
              <a:rPr lang="en-US" altLang="ko-KR" dirty="0"/>
              <a:t>· </a:t>
            </a:r>
            <a:r>
              <a:rPr lang="ko-KR" altLang="en-US" dirty="0" err="1"/>
              <a:t>호시메구리</a:t>
            </a:r>
            <a:r>
              <a:rPr lang="ko-KR" altLang="en-US" dirty="0"/>
              <a:t> 학원 </a:t>
            </a:r>
            <a:r>
              <a:rPr lang="en-US" altLang="ko-KR" dirty="0"/>
              <a:t>· Brave Group · CA · </a:t>
            </a:r>
            <a:r>
              <a:rPr lang="en-US" altLang="ko-KR" dirty="0" err="1"/>
              <a:t>CyberZ</a:t>
            </a:r>
            <a:r>
              <a:rPr lang="en-US" altLang="ko-KR" dirty="0"/>
              <a:t> </a:t>
            </a:r>
            <a:r>
              <a:rPr lang="ko-KR" altLang="en-US" dirty="0"/>
              <a:t>그룹 </a:t>
            </a:r>
            <a:r>
              <a:rPr lang="en-US" altLang="ko-KR" dirty="0"/>
              <a:t>· FIRST STAGE PRODUCTION · </a:t>
            </a:r>
            <a:r>
              <a:rPr lang="en-US" altLang="ko-KR" dirty="0" err="1"/>
              <a:t>hololive</a:t>
            </a:r>
            <a:r>
              <a:rPr lang="en-US" altLang="ko-KR" dirty="0"/>
              <a:t> · HOLOSTARS · KAMITSUBAKI STUDIO · .LIVE · Neo-Porte · PINK PUNK PRO · PRISM Project · </a:t>
            </a:r>
            <a:r>
              <a:rPr lang="en-US" altLang="ko-KR" dirty="0" err="1"/>
              <a:t>Re:AcT</a:t>
            </a:r>
            <a:r>
              <a:rPr lang="en-US" altLang="ko-KR" dirty="0"/>
              <a:t> · reel · RIOT MUSIC · RK Music · UUUM · </a:t>
            </a:r>
            <a:r>
              <a:rPr lang="en-US" altLang="ko-KR" dirty="0" err="1"/>
              <a:t>VChallenged</a:t>
            </a:r>
            <a:r>
              <a:rPr lang="en-US" altLang="ko-KR" dirty="0"/>
              <a:t> · VEE · </a:t>
            </a:r>
            <a:r>
              <a:rPr lang="en-US" altLang="ko-KR" dirty="0" err="1"/>
              <a:t>VEEMusic</a:t>
            </a:r>
            <a:r>
              <a:rPr lang="en-US" altLang="ko-KR" dirty="0"/>
              <a:t> · VIC · VOMS · VSPO! · </a:t>
            </a:r>
            <a:r>
              <a:rPr lang="ko-KR" altLang="en-US" dirty="0" err="1"/>
              <a:t>けもみみりふれっ</a:t>
            </a:r>
            <a:r>
              <a:rPr lang="ko-KR" altLang="en-US" dirty="0"/>
              <a:t>！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963488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21063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45474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63154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52675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1568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471676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955195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450260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564010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737471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74346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889429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00398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112129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944569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06467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" name="Google Shape;12;p18"/>
          <p:cNvSpPr/>
          <p:nvPr/>
        </p:nvSpPr>
        <p:spPr>
          <a:xfrm>
            <a:off x="0" y="2362200"/>
            <a:ext cx="9144000" cy="2819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8"/>
          <p:cNvSpPr/>
          <p:nvPr/>
        </p:nvSpPr>
        <p:spPr>
          <a:xfrm>
            <a:off x="0" y="136954"/>
            <a:ext cx="9144000" cy="2209800"/>
          </a:xfrm>
          <a:prstGeom prst="rect">
            <a:avLst/>
          </a:prstGeom>
          <a:solidFill>
            <a:srgbClr val="4EAE8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8"/>
          <p:cNvSpPr/>
          <p:nvPr/>
        </p:nvSpPr>
        <p:spPr>
          <a:xfrm rot="5400000">
            <a:off x="4495800" y="-4503523"/>
            <a:ext cx="152400" cy="9144000"/>
          </a:xfrm>
          <a:prstGeom prst="rect">
            <a:avLst/>
          </a:prstGeom>
          <a:solidFill>
            <a:srgbClr val="66BB9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8"/>
          <p:cNvSpPr txBox="1">
            <a:spLocks noGrp="1"/>
          </p:cNvSpPr>
          <p:nvPr>
            <p:ph type="subTitle" idx="1"/>
          </p:nvPr>
        </p:nvSpPr>
        <p:spPr>
          <a:xfrm>
            <a:off x="2819400" y="2834125"/>
            <a:ext cx="60129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18"/>
          <p:cNvSpPr txBox="1">
            <a:spLocks noGrp="1"/>
          </p:cNvSpPr>
          <p:nvPr>
            <p:ph type="ctrTitle"/>
          </p:nvPr>
        </p:nvSpPr>
        <p:spPr>
          <a:xfrm>
            <a:off x="235500" y="685800"/>
            <a:ext cx="82227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00"/>
              <a:buFont typeface="Malgun Gothic"/>
              <a:buNone/>
              <a:defRPr sz="3900" b="1" i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 b="1" i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 b="1" i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 b="1" i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 b="1" i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 b="1" i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 b="1" i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 b="1" i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 b="1" i="1"/>
            </a:lvl9pPr>
          </a:lstStyle>
          <a:p>
            <a:endParaRPr/>
          </a:p>
        </p:txBody>
      </p:sp>
      <p:pic>
        <p:nvPicPr>
          <p:cNvPr id="17" name="Google Shape;17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53401" y="4495800"/>
            <a:ext cx="1561999" cy="47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0" name="Google Shape;20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 txBox="1">
            <a:spLocks noGrp="1"/>
          </p:cNvSpPr>
          <p:nvPr>
            <p:ph type="title"/>
          </p:nvPr>
        </p:nvSpPr>
        <p:spPr>
          <a:xfrm>
            <a:off x="152400" y="54570"/>
            <a:ext cx="8991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1"/>
          <p:cNvSpPr txBox="1">
            <a:spLocks noGrp="1"/>
          </p:cNvSpPr>
          <p:nvPr>
            <p:ph type="title"/>
          </p:nvPr>
        </p:nvSpPr>
        <p:spPr>
          <a:xfrm>
            <a:off x="152400" y="54570"/>
            <a:ext cx="8991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21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2"/>
          <p:cNvSpPr txBox="1">
            <a:spLocks noGrp="1"/>
          </p:cNvSpPr>
          <p:nvPr>
            <p:ph type="title"/>
          </p:nvPr>
        </p:nvSpPr>
        <p:spPr>
          <a:xfrm>
            <a:off x="152400" y="54570"/>
            <a:ext cx="8991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" name="Google Shape;35;p2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" name="Google Shape;36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4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9" name="Google Shape;39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5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p25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" name="Google Shape;44;p25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" name="Google Shape;45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endParaRPr/>
          </a:p>
        </p:txBody>
      </p:sp>
      <p:sp>
        <p:nvSpPr>
          <p:cNvPr id="48" name="Google Shape;48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7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27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>
            <a:spLocks noGrp="1"/>
          </p:cNvSpPr>
          <p:nvPr>
            <p:ph type="title"/>
          </p:nvPr>
        </p:nvSpPr>
        <p:spPr>
          <a:xfrm>
            <a:off x="152400" y="54570"/>
            <a:ext cx="8991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" name="Google Shape;8;p17"/>
          <p:cNvSpPr/>
          <p:nvPr/>
        </p:nvSpPr>
        <p:spPr>
          <a:xfrm rot="5400000">
            <a:off x="-270600" y="262877"/>
            <a:ext cx="693600" cy="152400"/>
          </a:xfrm>
          <a:prstGeom prst="rect">
            <a:avLst/>
          </a:prstGeom>
          <a:solidFill>
            <a:srgbClr val="66BB9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;p17"/>
          <p:cNvSpPr/>
          <p:nvPr/>
        </p:nvSpPr>
        <p:spPr>
          <a:xfrm rot="10800000" flipH="1">
            <a:off x="0" y="685800"/>
            <a:ext cx="9144000" cy="15300"/>
          </a:xfrm>
          <a:prstGeom prst="rect">
            <a:avLst/>
          </a:prstGeom>
          <a:solidFill>
            <a:srgbClr val="4EAE8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google.com/presentation/d/1viadjE3ChpQE4PSzaDnp0CO_1CBKjDNV/edit#slide=id.p1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presentation/d/1A9RSDCpYGOnkIpSY70gkoXR84qOO5LYt/edit#slide=id.p1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"/>
          <p:cNvSpPr txBox="1">
            <a:spLocks noGrp="1"/>
          </p:cNvSpPr>
          <p:nvPr>
            <p:ph type="ctrTitle"/>
          </p:nvPr>
        </p:nvSpPr>
        <p:spPr>
          <a:xfrm>
            <a:off x="318599" y="1089000"/>
            <a:ext cx="8305855" cy="11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33"/>
              <a:buNone/>
            </a:pPr>
            <a:r>
              <a:rPr lang="en-US" dirty="0"/>
              <a:t>LOVEON </a:t>
            </a:r>
            <a:r>
              <a:rPr lang="ko-KR" altLang="en-US" dirty="0"/>
              <a:t>데이터 테이블 구조</a:t>
            </a:r>
            <a:endParaRPr b="1" i="1" dirty="0">
              <a:solidFill>
                <a:schemeClr val="lt1"/>
              </a:solidFill>
            </a:endParaRPr>
          </a:p>
        </p:txBody>
      </p:sp>
      <p:sp>
        <p:nvSpPr>
          <p:cNvPr id="60" name="Google Shape;60;p1"/>
          <p:cNvSpPr txBox="1">
            <a:spLocks noGrp="1"/>
          </p:cNvSpPr>
          <p:nvPr>
            <p:ph type="subTitle" idx="1"/>
          </p:nvPr>
        </p:nvSpPr>
        <p:spPr>
          <a:xfrm>
            <a:off x="7626900" y="2484000"/>
            <a:ext cx="12885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b="1"/>
              <a:t>조현우</a:t>
            </a:r>
            <a:endParaRPr b="1"/>
          </a:p>
        </p:txBody>
      </p:sp>
      <p:sp>
        <p:nvSpPr>
          <p:cNvPr id="61" name="Google Shape;61;p1"/>
          <p:cNvSpPr txBox="1">
            <a:spLocks noGrp="1"/>
          </p:cNvSpPr>
          <p:nvPr>
            <p:ph type="subTitle" idx="1"/>
          </p:nvPr>
        </p:nvSpPr>
        <p:spPr>
          <a:xfrm>
            <a:off x="7162800" y="3048000"/>
            <a:ext cx="1676400" cy="3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200" dirty="0"/>
              <a:t>Made by_2024.08.01</a:t>
            </a:r>
            <a:endParaRPr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"/>
          <p:cNvSpPr txBox="1">
            <a:spLocks noGrp="1"/>
          </p:cNvSpPr>
          <p:nvPr>
            <p:ph type="ctrTitle"/>
          </p:nvPr>
        </p:nvSpPr>
        <p:spPr>
          <a:xfrm>
            <a:off x="318600" y="1089000"/>
            <a:ext cx="4786800" cy="11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lang="en-US"/>
              <a:t>버전 관리</a:t>
            </a:r>
            <a:endParaRPr b="1" i="1">
              <a:solidFill>
                <a:schemeClr val="lt1"/>
              </a:solidFill>
            </a:endParaRPr>
          </a:p>
        </p:txBody>
      </p:sp>
      <p:graphicFrame>
        <p:nvGraphicFramePr>
          <p:cNvPr id="67" name="Google Shape;67;p2"/>
          <p:cNvGraphicFramePr/>
          <p:nvPr>
            <p:extLst>
              <p:ext uri="{D42A27DB-BD31-4B8C-83A1-F6EECF244321}">
                <p14:modId xmlns:p14="http://schemas.microsoft.com/office/powerpoint/2010/main" val="908917723"/>
              </p:ext>
            </p:extLst>
          </p:nvPr>
        </p:nvGraphicFramePr>
        <p:xfrm>
          <a:off x="228600" y="2514600"/>
          <a:ext cx="8686100" cy="2468610"/>
        </p:xfrm>
        <a:graphic>
          <a:graphicData uri="http://schemas.openxmlformats.org/drawingml/2006/table">
            <a:tbl>
              <a:tblPr>
                <a:noFill/>
                <a:tableStyleId>{0BF69B47-AD24-44BB-8F13-1513BB9C1FDB}</a:tableStyleId>
              </a:tblPr>
              <a:tblGrid>
                <a:gridCol w="114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7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strike="noStrike" cap="none">
                          <a:solidFill>
                            <a:schemeClr val="lt1"/>
                          </a:solidFill>
                        </a:rPr>
                        <a:t>Date</a:t>
                      </a:r>
                      <a:endParaRPr sz="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4EAE8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strike="noStrike" cap="none">
                          <a:solidFill>
                            <a:schemeClr val="lt1"/>
                          </a:solidFill>
                        </a:rPr>
                        <a:t>Contents</a:t>
                      </a:r>
                      <a:endParaRPr sz="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4EAE8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strike="noStrike" cap="none">
                          <a:solidFill>
                            <a:schemeClr val="lt1"/>
                          </a:solidFill>
                        </a:rPr>
                        <a:t>Version</a:t>
                      </a:r>
                      <a:endParaRPr sz="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4EAE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strike="noStrike" cap="none" dirty="0"/>
                        <a:t>2024.08.01</a:t>
                      </a:r>
                      <a:endParaRPr sz="600" u="none" strike="noStrike" cap="none" dirty="0"/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strike="noStrike" cap="none"/>
                        <a:t>최초 작성</a:t>
                      </a:r>
                      <a:endParaRPr sz="600" u="none" strike="noStrike" cap="none"/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strike="noStrike" cap="none"/>
                        <a:t>ver.1.0.0</a:t>
                      </a:r>
                      <a:endParaRPr sz="600" u="none" strike="noStrike" cap="none"/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endParaRPr sz="600" u="none" strike="noStrike" cap="none" dirty="0"/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endParaRPr sz="600" u="none" strike="noStrike" cap="none" dirty="0"/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endParaRPr sz="600" u="none" strike="noStrike" cap="none" dirty="0"/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endParaRPr sz="600" u="none" strike="noStrike" cap="none"/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endParaRPr sz="600" u="none" strike="noStrike" cap="none" dirty="0"/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endParaRPr sz="600" u="none" strike="noStrike" cap="none" dirty="0"/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endParaRPr sz="600" u="none" strike="noStrike" cap="none"/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endParaRPr sz="600" u="none" strike="noStrike" cap="none"/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endParaRPr sz="600" u="none" strike="noStrike" cap="none"/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endParaRPr sz="600" u="none" strike="noStrike" cap="none"/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endParaRPr sz="600" u="none" strike="noStrike" cap="none"/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endParaRPr sz="600" u="none" strike="noStrike" cap="none"/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endParaRPr sz="600" u="none" strike="noStrike" cap="none"/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endParaRPr sz="600" u="none" strike="noStrike" cap="none"/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endParaRPr sz="600" u="none" strike="noStrike" cap="none"/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endParaRPr sz="600" u="none" strike="noStrike" cap="none"/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endParaRPr sz="600" u="none" strike="noStrike" cap="none"/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endParaRPr sz="600" u="none" strike="noStrike" cap="none"/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endParaRPr sz="600" u="none" strike="noStrike" cap="none"/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endParaRPr sz="600" u="none" strike="noStrike" cap="none"/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endParaRPr sz="600" u="none" strike="noStrike" cap="none" dirty="0"/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"/>
          <p:cNvSpPr txBox="1">
            <a:spLocks noGrp="1"/>
          </p:cNvSpPr>
          <p:nvPr>
            <p:ph type="title"/>
          </p:nvPr>
        </p:nvSpPr>
        <p:spPr>
          <a:xfrm>
            <a:off x="311700" y="-3600"/>
            <a:ext cx="8520600" cy="6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dirty="0">
                <a:latin typeface="+mn-ea"/>
                <a:ea typeface="+mn-ea"/>
              </a:rPr>
              <a:t>1. </a:t>
            </a:r>
            <a:r>
              <a:rPr lang="en-US" altLang="ko-KR" dirty="0">
                <a:latin typeface="+mn-ea"/>
                <a:ea typeface="+mn-ea"/>
              </a:rPr>
              <a:t>Dialogue</a:t>
            </a:r>
            <a:endParaRPr dirty="0">
              <a:latin typeface="+mn-ea"/>
              <a:ea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C5C3EA8-FBA5-C343-468E-FA39B007BD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415" y="863988"/>
            <a:ext cx="4372585" cy="36295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82EA0CB-CD3F-6A02-327C-6DE7A7CBAA50}"/>
              </a:ext>
            </a:extLst>
          </p:cNvPr>
          <p:cNvSpPr txBox="1"/>
          <p:nvPr/>
        </p:nvSpPr>
        <p:spPr>
          <a:xfrm>
            <a:off x="0" y="4866501"/>
            <a:ext cx="9144000" cy="27699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fr-FR" altLang="ko-KR" sz="1200" dirty="0">
                <a:solidFill>
                  <a:schemeClr val="bg1"/>
                </a:solidFill>
              </a:rPr>
              <a:t>D:\P4V\Server_S1\LoveOn\Contents\System\Dialogue\DataTable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918196-66BA-DDDF-ED64-C92D32352E6F}"/>
              </a:ext>
            </a:extLst>
          </p:cNvPr>
          <p:cNvSpPr txBox="1"/>
          <p:nvPr/>
        </p:nvSpPr>
        <p:spPr>
          <a:xfrm>
            <a:off x="4659548" y="858806"/>
            <a:ext cx="4372585" cy="37548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dirty="0"/>
              <a:t>대화를 제어하는 테이블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-Choice</a:t>
            </a:r>
          </a:p>
          <a:p>
            <a:r>
              <a:rPr lang="ko-KR" altLang="en-US" dirty="0" err="1"/>
              <a:t>ㄴ선택지를</a:t>
            </a:r>
            <a:r>
              <a:rPr lang="ko-KR" altLang="en-US" dirty="0"/>
              <a:t> 제어하는 테이블</a:t>
            </a:r>
            <a:endParaRPr lang="en-US" altLang="ko-KR" dirty="0"/>
          </a:p>
          <a:p>
            <a:r>
              <a:rPr lang="en-US" altLang="ko-KR" dirty="0"/>
              <a:t>-</a:t>
            </a:r>
            <a:r>
              <a:rPr lang="en-US" altLang="ko-KR" dirty="0" err="1"/>
              <a:t>LevelObject</a:t>
            </a:r>
            <a:endParaRPr lang="en-US" altLang="ko-KR" dirty="0"/>
          </a:p>
          <a:p>
            <a:r>
              <a:rPr lang="ko-KR" altLang="en-US" dirty="0" err="1"/>
              <a:t>ㄴ레벨</a:t>
            </a:r>
            <a:r>
              <a:rPr lang="ko-KR" altLang="en-US" dirty="0"/>
              <a:t> 오브젝트를 제어하는 테이블</a:t>
            </a:r>
            <a:endParaRPr lang="en-US" altLang="ko-KR" dirty="0"/>
          </a:p>
          <a:p>
            <a:r>
              <a:rPr lang="en-US" altLang="ko-KR" dirty="0"/>
              <a:t>-Screen</a:t>
            </a:r>
          </a:p>
          <a:p>
            <a:r>
              <a:rPr lang="ko-KR" altLang="en-US" dirty="0" err="1"/>
              <a:t>ㄴ컷씬</a:t>
            </a:r>
            <a:r>
              <a:rPr lang="ko-KR" altLang="en-US" dirty="0"/>
              <a:t> 이미지를 제어하는 테이블</a:t>
            </a:r>
            <a:endParaRPr lang="en-US" altLang="ko-KR" dirty="0"/>
          </a:p>
          <a:p>
            <a:r>
              <a:rPr lang="en-US" altLang="ko-KR" dirty="0"/>
              <a:t>-Speaking</a:t>
            </a:r>
          </a:p>
          <a:p>
            <a:r>
              <a:rPr lang="ko-KR" altLang="en-US" dirty="0" err="1"/>
              <a:t>ㄴ캐릭터</a:t>
            </a:r>
            <a:r>
              <a:rPr lang="ko-KR" altLang="en-US" dirty="0"/>
              <a:t> 대사를 제어하는 테이블</a:t>
            </a:r>
            <a:endParaRPr lang="en-US" altLang="ko-KR" dirty="0"/>
          </a:p>
          <a:p>
            <a:r>
              <a:rPr lang="en-US" altLang="ko-KR" dirty="0"/>
              <a:t>-Subtitle</a:t>
            </a:r>
          </a:p>
          <a:p>
            <a:r>
              <a:rPr lang="en-US" altLang="ko-KR" dirty="0" err="1"/>
              <a:t>Stjfauddlsk</a:t>
            </a:r>
            <a:r>
              <a:rPr lang="en-US" altLang="ko-KR" dirty="0"/>
              <a:t>, </a:t>
            </a:r>
            <a:r>
              <a:rPr lang="ko-KR" altLang="en-US" dirty="0"/>
              <a:t>주인공 대사를 제어하는 테이블</a:t>
            </a:r>
            <a:endParaRPr lang="en-US" altLang="ko-KR" dirty="0"/>
          </a:p>
          <a:p>
            <a:r>
              <a:rPr lang="en-US" altLang="ko-KR" dirty="0"/>
              <a:t>-Touch</a:t>
            </a:r>
          </a:p>
          <a:p>
            <a:r>
              <a:rPr lang="ko-KR" altLang="en-US" dirty="0" err="1"/>
              <a:t>ㄴ터치를</a:t>
            </a:r>
            <a:r>
              <a:rPr lang="ko-KR" altLang="en-US" dirty="0"/>
              <a:t> 제어하는 테이블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</a:t>
            </a:r>
            <a:r>
              <a:rPr lang="en-US" altLang="ko-KR" dirty="0" err="1"/>
              <a:t>MainforEdit</a:t>
            </a:r>
            <a:endParaRPr lang="en-US" altLang="ko-KR" dirty="0"/>
          </a:p>
          <a:p>
            <a:r>
              <a:rPr lang="ko-KR" altLang="en-US" dirty="0" err="1"/>
              <a:t>ㄴ위</a:t>
            </a:r>
            <a:r>
              <a:rPr lang="ko-KR" altLang="en-US" dirty="0"/>
              <a:t> 테이블을 순차적으로 작성하는 테이블</a:t>
            </a:r>
          </a:p>
        </p:txBody>
      </p:sp>
    </p:spTree>
    <p:extLst>
      <p:ext uri="{BB962C8B-B14F-4D97-AF65-F5344CB8AC3E}">
        <p14:creationId xmlns:p14="http://schemas.microsoft.com/office/powerpoint/2010/main" val="3149926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78;p5">
            <a:extLst>
              <a:ext uri="{FF2B5EF4-FFF2-40B4-BE49-F238E27FC236}">
                <a16:creationId xmlns:a16="http://schemas.microsoft.com/office/drawing/2014/main" id="{9ECEB4D8-BB42-62BB-F5AF-F5229178120A}"/>
              </a:ext>
            </a:extLst>
          </p:cNvPr>
          <p:cNvSpPr txBox="1">
            <a:spLocks/>
          </p:cNvSpPr>
          <p:nvPr/>
        </p:nvSpPr>
        <p:spPr>
          <a:xfrm>
            <a:off x="311700" y="-3600"/>
            <a:ext cx="8520600" cy="6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ct val="111111"/>
            </a:pPr>
            <a:r>
              <a:rPr lang="en-US" altLang="ko-KR" dirty="0">
                <a:latin typeface="+mn-ea"/>
                <a:ea typeface="+mn-ea"/>
              </a:rPr>
              <a:t>2. </a:t>
            </a:r>
            <a:r>
              <a:rPr lang="en-US" altLang="ko-KR" dirty="0" err="1">
                <a:latin typeface="+mn-ea"/>
                <a:ea typeface="+mn-ea"/>
              </a:rPr>
              <a:t>MainforEdit_Chapter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2F1D62-9C05-AC61-1BB8-E8A01A9A79A6}"/>
              </a:ext>
            </a:extLst>
          </p:cNvPr>
          <p:cNvSpPr txBox="1"/>
          <p:nvPr/>
        </p:nvSpPr>
        <p:spPr>
          <a:xfrm>
            <a:off x="0" y="685800"/>
            <a:ext cx="9144000" cy="27699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수정하기 전에 반드시 체크 아웃 하고 수정</a:t>
            </a:r>
            <a:r>
              <a:rPr lang="en-US" altLang="ko-KR" sz="1200" dirty="0">
                <a:solidFill>
                  <a:schemeClr val="bg1"/>
                </a:solidFill>
              </a:rPr>
              <a:t>!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3D890AD-896A-E42C-4711-AD8A440595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73" y="1375200"/>
            <a:ext cx="4001058" cy="321989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DA0882C-EDFD-2A51-5CA2-6E659985C0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129" y="2132542"/>
            <a:ext cx="3277057" cy="170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213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78;p5">
            <a:extLst>
              <a:ext uri="{FF2B5EF4-FFF2-40B4-BE49-F238E27FC236}">
                <a16:creationId xmlns:a16="http://schemas.microsoft.com/office/drawing/2014/main" id="{9ECEB4D8-BB42-62BB-F5AF-F5229178120A}"/>
              </a:ext>
            </a:extLst>
          </p:cNvPr>
          <p:cNvSpPr txBox="1">
            <a:spLocks/>
          </p:cNvSpPr>
          <p:nvPr/>
        </p:nvSpPr>
        <p:spPr>
          <a:xfrm>
            <a:off x="311700" y="-3600"/>
            <a:ext cx="8520600" cy="6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ct val="111111"/>
            </a:pPr>
            <a:r>
              <a:rPr lang="en-US" altLang="ko-KR" dirty="0">
                <a:latin typeface="+mn-ea"/>
                <a:ea typeface="+mn-ea"/>
              </a:rPr>
              <a:t>2. </a:t>
            </a:r>
            <a:r>
              <a:rPr lang="en-US" altLang="ko-KR" dirty="0" err="1">
                <a:latin typeface="+mn-ea"/>
                <a:ea typeface="+mn-ea"/>
              </a:rPr>
              <a:t>MainforEdit_Chapter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2F1D62-9C05-AC61-1BB8-E8A01A9A79A6}"/>
              </a:ext>
            </a:extLst>
          </p:cNvPr>
          <p:cNvSpPr txBox="1"/>
          <p:nvPr/>
        </p:nvSpPr>
        <p:spPr>
          <a:xfrm>
            <a:off x="0" y="685800"/>
            <a:ext cx="9144000" cy="27699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https://docs.google.com/spreadsheets/d/1CV1AP1sz0q1o0bUX2Cz5IPHGotFngCqX/edit?gid=837774784#gid=837774784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ABBCF41-9C8E-29FE-8623-32B6B8EC62C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4707"/>
          <a:stretch/>
        </p:blipFill>
        <p:spPr>
          <a:xfrm>
            <a:off x="0" y="962799"/>
            <a:ext cx="9144000" cy="1271115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36EE8283-FA83-D574-973E-137AB154DDF8}"/>
              </a:ext>
            </a:extLst>
          </p:cNvPr>
          <p:cNvSpPr/>
          <p:nvPr/>
        </p:nvSpPr>
        <p:spPr>
          <a:xfrm>
            <a:off x="0" y="962799"/>
            <a:ext cx="9144000" cy="776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075FD496-3F05-2710-7954-3EBC26CCCE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295402"/>
            <a:ext cx="9144000" cy="204597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06B13BE-07B6-A14E-59A9-6B738F6027AC}"/>
              </a:ext>
            </a:extLst>
          </p:cNvPr>
          <p:cNvSpPr txBox="1"/>
          <p:nvPr/>
        </p:nvSpPr>
        <p:spPr>
          <a:xfrm>
            <a:off x="0" y="4341372"/>
            <a:ext cx="9144000" cy="64633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200" dirty="0" err="1">
                <a:solidFill>
                  <a:schemeClr val="bg1"/>
                </a:solidFill>
              </a:rPr>
              <a:t>MainforEdit</a:t>
            </a:r>
            <a:r>
              <a:rPr lang="ko-KR" altLang="en-US" sz="1200" dirty="0">
                <a:solidFill>
                  <a:schemeClr val="bg1"/>
                </a:solidFill>
              </a:rPr>
              <a:t>에서 카테고리에 따라서 대사 연출 재생되며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해당 행과 열은 위 테이블 구조에 따라서 데이터를 입력 받습니다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Exist Reference Table</a:t>
            </a:r>
            <a:r>
              <a:rPr lang="ko-KR" altLang="en-US" sz="1200" dirty="0">
                <a:solidFill>
                  <a:schemeClr val="bg1"/>
                </a:solidFill>
              </a:rPr>
              <a:t>은 대사 연출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선택지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이미지 </a:t>
            </a:r>
            <a:r>
              <a:rPr lang="ko-KR" altLang="en-US" sz="1200" dirty="0" err="1">
                <a:solidFill>
                  <a:schemeClr val="bg1"/>
                </a:solidFill>
              </a:rPr>
              <a:t>컷씬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터치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레벨 오브젝트를 제어하는 기능을 가진 카테고리입니다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0171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78;p5">
            <a:extLst>
              <a:ext uri="{FF2B5EF4-FFF2-40B4-BE49-F238E27FC236}">
                <a16:creationId xmlns:a16="http://schemas.microsoft.com/office/drawing/2014/main" id="{9ECEB4D8-BB42-62BB-F5AF-F5229178120A}"/>
              </a:ext>
            </a:extLst>
          </p:cNvPr>
          <p:cNvSpPr txBox="1">
            <a:spLocks/>
          </p:cNvSpPr>
          <p:nvPr/>
        </p:nvSpPr>
        <p:spPr>
          <a:xfrm>
            <a:off x="311700" y="-3600"/>
            <a:ext cx="8520600" cy="6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ct val="111111"/>
            </a:pPr>
            <a:r>
              <a:rPr lang="en-US" altLang="ko-KR" dirty="0">
                <a:latin typeface="+mn-ea"/>
                <a:ea typeface="+mn-ea"/>
              </a:rPr>
              <a:t>2. </a:t>
            </a:r>
            <a:r>
              <a:rPr lang="en-US" altLang="ko-KR" dirty="0" err="1">
                <a:latin typeface="+mn-ea"/>
                <a:ea typeface="+mn-ea"/>
              </a:rPr>
              <a:t>MainforEdit_Chapter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6B13BE-07B6-A14E-59A9-6B738F6027AC}"/>
              </a:ext>
            </a:extLst>
          </p:cNvPr>
          <p:cNvSpPr txBox="1"/>
          <p:nvPr/>
        </p:nvSpPr>
        <p:spPr>
          <a:xfrm>
            <a:off x="0" y="3759127"/>
            <a:ext cx="9144000" cy="27699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Single Table</a:t>
            </a:r>
            <a:r>
              <a:rPr lang="ko-KR" altLang="en-US" sz="1200" dirty="0">
                <a:solidFill>
                  <a:schemeClr val="bg1"/>
                </a:solidFill>
              </a:rPr>
              <a:t>은 음악을 제어하기 위한 카테고리이며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배경음악</a:t>
            </a:r>
            <a:r>
              <a:rPr lang="en-US" altLang="ko-KR" sz="1200" dirty="0">
                <a:solidFill>
                  <a:schemeClr val="bg1"/>
                </a:solidFill>
              </a:rPr>
              <a:t>/</a:t>
            </a:r>
            <a:r>
              <a:rPr lang="ko-KR" altLang="en-US" sz="1200" dirty="0" err="1">
                <a:solidFill>
                  <a:schemeClr val="bg1"/>
                </a:solidFill>
              </a:rPr>
              <a:t>환경음</a:t>
            </a:r>
            <a:r>
              <a:rPr lang="en-US" altLang="ko-KR" sz="1200" dirty="0">
                <a:solidFill>
                  <a:schemeClr val="bg1"/>
                </a:solidFill>
              </a:rPr>
              <a:t>/</a:t>
            </a:r>
            <a:r>
              <a:rPr lang="ko-KR" altLang="en-US" sz="1200" dirty="0">
                <a:solidFill>
                  <a:schemeClr val="bg1"/>
                </a:solidFill>
              </a:rPr>
              <a:t>효과음을 제어하는 카테고리입니다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4C0535A-092F-3B64-AF31-0BC9AF1917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00200"/>
            <a:ext cx="9144000" cy="1521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14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78;p5">
            <a:extLst>
              <a:ext uri="{FF2B5EF4-FFF2-40B4-BE49-F238E27FC236}">
                <a16:creationId xmlns:a16="http://schemas.microsoft.com/office/drawing/2014/main" id="{9ECEB4D8-BB42-62BB-F5AF-F5229178120A}"/>
              </a:ext>
            </a:extLst>
          </p:cNvPr>
          <p:cNvSpPr txBox="1">
            <a:spLocks/>
          </p:cNvSpPr>
          <p:nvPr/>
        </p:nvSpPr>
        <p:spPr>
          <a:xfrm>
            <a:off x="311700" y="-3600"/>
            <a:ext cx="8520600" cy="6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ct val="111111"/>
            </a:pPr>
            <a:r>
              <a:rPr lang="en-US" altLang="ko-KR" dirty="0">
                <a:latin typeface="+mn-ea"/>
                <a:ea typeface="+mn-ea"/>
              </a:rPr>
              <a:t>2. </a:t>
            </a:r>
            <a:r>
              <a:rPr lang="en-US" altLang="ko-KR" dirty="0" err="1">
                <a:latin typeface="+mn-ea"/>
                <a:ea typeface="+mn-ea"/>
              </a:rPr>
              <a:t>MainforEdit_Chapter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6B13BE-07B6-A14E-59A9-6B738F6027AC}"/>
              </a:ext>
            </a:extLst>
          </p:cNvPr>
          <p:cNvSpPr txBox="1"/>
          <p:nvPr/>
        </p:nvSpPr>
        <p:spPr>
          <a:xfrm>
            <a:off x="0" y="4319199"/>
            <a:ext cx="9144000" cy="46166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Only Read Table</a:t>
            </a:r>
            <a:r>
              <a:rPr lang="ko-KR" altLang="en-US" sz="1200" dirty="0">
                <a:solidFill>
                  <a:schemeClr val="bg1"/>
                </a:solidFill>
              </a:rPr>
              <a:t>은 애니메이션을 강제로 변경하거나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행을 뛰어넘거나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화면을 </a:t>
            </a:r>
            <a:r>
              <a:rPr lang="ko-KR" altLang="en-US" sz="1200" dirty="0" err="1">
                <a:solidFill>
                  <a:schemeClr val="bg1"/>
                </a:solidFill>
              </a:rPr>
              <a:t>페이드</a:t>
            </a:r>
            <a:r>
              <a:rPr lang="ko-KR" altLang="en-US" sz="1200" dirty="0">
                <a:solidFill>
                  <a:schemeClr val="bg1"/>
                </a:solidFill>
              </a:rPr>
              <a:t> 인</a:t>
            </a:r>
            <a:r>
              <a:rPr lang="en-US" altLang="ko-KR" sz="1200" dirty="0">
                <a:solidFill>
                  <a:schemeClr val="bg1"/>
                </a:solidFill>
              </a:rPr>
              <a:t>/</a:t>
            </a:r>
            <a:r>
              <a:rPr lang="ko-KR" altLang="en-US" sz="1200" dirty="0">
                <a:solidFill>
                  <a:schemeClr val="bg1"/>
                </a:solidFill>
              </a:rPr>
              <a:t>아웃 하거나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레벨을 옮기거나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플레이어 포지션을 바꾸거나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노티스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ko-KR" altLang="en-US" sz="1200" dirty="0">
                <a:solidFill>
                  <a:schemeClr val="bg1"/>
                </a:solidFill>
              </a:rPr>
              <a:t>선택지 물음표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  <a:r>
              <a:rPr lang="ko-KR" altLang="en-US" sz="1200" dirty="0">
                <a:solidFill>
                  <a:schemeClr val="bg1"/>
                </a:solidFill>
              </a:rPr>
              <a:t>를 띄우거나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대기 시간을 부여하는 카테고리입니다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C08CCC8-238C-52A3-5363-DB95E17D52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32349"/>
            <a:ext cx="9144000" cy="2878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031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78;p5">
            <a:extLst>
              <a:ext uri="{FF2B5EF4-FFF2-40B4-BE49-F238E27FC236}">
                <a16:creationId xmlns:a16="http://schemas.microsoft.com/office/drawing/2014/main" id="{9ECEB4D8-BB42-62BB-F5AF-F5229178120A}"/>
              </a:ext>
            </a:extLst>
          </p:cNvPr>
          <p:cNvSpPr txBox="1">
            <a:spLocks/>
          </p:cNvSpPr>
          <p:nvPr/>
        </p:nvSpPr>
        <p:spPr>
          <a:xfrm>
            <a:off x="311700" y="-3600"/>
            <a:ext cx="8520600" cy="6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ct val="111111"/>
            </a:pPr>
            <a:r>
              <a:rPr lang="en-US" altLang="ko-KR" dirty="0">
                <a:latin typeface="+mn-ea"/>
                <a:ea typeface="+mn-ea"/>
              </a:rPr>
              <a:t>2. </a:t>
            </a:r>
            <a:r>
              <a:rPr lang="en-US" altLang="ko-KR" dirty="0" err="1">
                <a:latin typeface="+mn-ea"/>
                <a:ea typeface="+mn-ea"/>
              </a:rPr>
              <a:t>MainforEdit_Chapter</a:t>
            </a:r>
            <a:endParaRPr lang="ko-KR" altLang="en-US" dirty="0">
              <a:latin typeface="+mn-ea"/>
              <a:ea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B5FE1EE-B485-349D-8A96-95B475A381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3654" y="2243091"/>
            <a:ext cx="5496692" cy="6573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E62D15D-F9DF-6A82-A19D-3B91AFF3A3A0}"/>
              </a:ext>
            </a:extLst>
          </p:cNvPr>
          <p:cNvSpPr txBox="1"/>
          <p:nvPr/>
        </p:nvSpPr>
        <p:spPr>
          <a:xfrm>
            <a:off x="0" y="3375616"/>
            <a:ext cx="9144000" cy="27699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내용 수정하고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매크로 통해서 </a:t>
            </a:r>
            <a:r>
              <a:rPr lang="en-US" altLang="ko-KR" sz="1200" dirty="0">
                <a:solidFill>
                  <a:schemeClr val="bg1"/>
                </a:solidFill>
              </a:rPr>
              <a:t>CSV</a:t>
            </a:r>
            <a:r>
              <a:rPr lang="ko-KR" altLang="en-US" sz="1200" dirty="0">
                <a:solidFill>
                  <a:schemeClr val="bg1"/>
                </a:solidFill>
              </a:rPr>
              <a:t>로 </a:t>
            </a:r>
            <a:r>
              <a:rPr lang="ko-KR" altLang="en-US" sz="1200" dirty="0" err="1">
                <a:solidFill>
                  <a:schemeClr val="bg1"/>
                </a:solidFill>
              </a:rPr>
              <a:t>익스포트</a:t>
            </a:r>
            <a:r>
              <a:rPr lang="ko-KR" altLang="en-US" sz="1200" dirty="0">
                <a:solidFill>
                  <a:schemeClr val="bg1"/>
                </a:solidFill>
              </a:rPr>
              <a:t> 해서 </a:t>
            </a:r>
            <a:r>
              <a:rPr lang="ko-KR" altLang="en-US" sz="1200" dirty="0" err="1">
                <a:solidFill>
                  <a:schemeClr val="bg1"/>
                </a:solidFill>
              </a:rPr>
              <a:t>언리얼</a:t>
            </a:r>
            <a:r>
              <a:rPr lang="ko-KR" altLang="en-US" sz="1200" dirty="0">
                <a:solidFill>
                  <a:schemeClr val="bg1"/>
                </a:solidFill>
              </a:rPr>
              <a:t> 빌드로 </a:t>
            </a:r>
            <a:r>
              <a:rPr lang="ko-KR" altLang="en-US" sz="1200" dirty="0" err="1">
                <a:solidFill>
                  <a:schemeClr val="bg1"/>
                </a:solidFill>
              </a:rPr>
              <a:t>리임포트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</a:rPr>
              <a:t>해야하는데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이건 예제로 따로 </a:t>
            </a:r>
            <a:r>
              <a:rPr lang="ko-KR" altLang="en-US" sz="1200" dirty="0" err="1">
                <a:solidFill>
                  <a:schemeClr val="bg1"/>
                </a:solidFill>
              </a:rPr>
              <a:t>설명드리겠습니다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5090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78;p5">
            <a:extLst>
              <a:ext uri="{FF2B5EF4-FFF2-40B4-BE49-F238E27FC236}">
                <a16:creationId xmlns:a16="http://schemas.microsoft.com/office/drawing/2014/main" id="{9ECEB4D8-BB42-62BB-F5AF-F5229178120A}"/>
              </a:ext>
            </a:extLst>
          </p:cNvPr>
          <p:cNvSpPr txBox="1">
            <a:spLocks/>
          </p:cNvSpPr>
          <p:nvPr/>
        </p:nvSpPr>
        <p:spPr>
          <a:xfrm>
            <a:off x="311700" y="-3600"/>
            <a:ext cx="8520600" cy="6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ct val="111111"/>
            </a:pPr>
            <a:r>
              <a:rPr lang="en-US" altLang="ko-KR" dirty="0">
                <a:latin typeface="+mn-ea"/>
                <a:ea typeface="+mn-ea"/>
              </a:rPr>
              <a:t>3. Emotion</a:t>
            </a:r>
            <a:endParaRPr lang="ko-KR" altLang="en-US" dirty="0">
              <a:latin typeface="+mn-ea"/>
              <a:ea typeface="+mn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8D080A7-06C7-349C-EE16-8DA2BB5112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601" y="2081144"/>
            <a:ext cx="3143689" cy="9812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E03B27-0675-8045-65DC-42825835B3F7}"/>
              </a:ext>
            </a:extLst>
          </p:cNvPr>
          <p:cNvSpPr txBox="1"/>
          <p:nvPr/>
        </p:nvSpPr>
        <p:spPr>
          <a:xfrm>
            <a:off x="4659548" y="2417861"/>
            <a:ext cx="4372585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/>
              <a:t>표정을 제어하는 테이블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21419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78;p5">
            <a:extLst>
              <a:ext uri="{FF2B5EF4-FFF2-40B4-BE49-F238E27FC236}">
                <a16:creationId xmlns:a16="http://schemas.microsoft.com/office/drawing/2014/main" id="{9ECEB4D8-BB42-62BB-F5AF-F5229178120A}"/>
              </a:ext>
            </a:extLst>
          </p:cNvPr>
          <p:cNvSpPr txBox="1">
            <a:spLocks/>
          </p:cNvSpPr>
          <p:nvPr/>
        </p:nvSpPr>
        <p:spPr>
          <a:xfrm>
            <a:off x="311700" y="-3600"/>
            <a:ext cx="8520600" cy="6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ct val="111111"/>
            </a:pPr>
            <a:r>
              <a:rPr lang="en-US" altLang="ko-KR" dirty="0">
                <a:latin typeface="+mn-ea"/>
                <a:ea typeface="+mn-ea"/>
              </a:rPr>
              <a:t>3. Emotion Tool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2A697F-7974-43CE-062A-630F079CD334}"/>
              </a:ext>
            </a:extLst>
          </p:cNvPr>
          <p:cNvSpPr txBox="1"/>
          <p:nvPr/>
        </p:nvSpPr>
        <p:spPr>
          <a:xfrm>
            <a:off x="0" y="685800"/>
            <a:ext cx="9144000" cy="27699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Y:\Client\Miyuki_Emotion_0403\Windows\CharacterViewer.exe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A877A10-EFA4-6F1D-05A3-FAE1CF8081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642" y="1269918"/>
            <a:ext cx="6410528" cy="3573357"/>
          </a:xfrm>
          <a:prstGeom prst="rect">
            <a:avLst/>
          </a:prstGeom>
        </p:spPr>
      </p:pic>
      <p:sp>
        <p:nvSpPr>
          <p:cNvPr id="8" name="설명선: 굽은 선 7">
            <a:extLst>
              <a:ext uri="{FF2B5EF4-FFF2-40B4-BE49-F238E27FC236}">
                <a16:creationId xmlns:a16="http://schemas.microsoft.com/office/drawing/2014/main" id="{24DDFFDA-C57C-1512-D81C-7A3D3F61AC39}"/>
              </a:ext>
            </a:extLst>
          </p:cNvPr>
          <p:cNvSpPr/>
          <p:nvPr/>
        </p:nvSpPr>
        <p:spPr>
          <a:xfrm rot="10800000">
            <a:off x="4854102" y="1375200"/>
            <a:ext cx="1663430" cy="2097574"/>
          </a:xfrm>
          <a:prstGeom prst="borderCallout2">
            <a:avLst>
              <a:gd name="adj1" fmla="val 18750"/>
              <a:gd name="adj2" fmla="val -146"/>
              <a:gd name="adj3" fmla="val 18750"/>
              <a:gd name="adj4" fmla="val -16667"/>
              <a:gd name="adj5" fmla="val 63805"/>
              <a:gd name="adj6" fmla="val -16842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224E7B-CDF2-288A-17B6-8DC48FA1CF61}"/>
              </a:ext>
            </a:extLst>
          </p:cNvPr>
          <p:cNvSpPr txBox="1"/>
          <p:nvPr/>
        </p:nvSpPr>
        <p:spPr>
          <a:xfrm>
            <a:off x="6682903" y="1906739"/>
            <a:ext cx="2305455" cy="27699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1.</a:t>
            </a:r>
            <a:r>
              <a:rPr lang="ko-KR" altLang="en-US" sz="1200" dirty="0">
                <a:solidFill>
                  <a:schemeClr val="bg1"/>
                </a:solidFill>
              </a:rPr>
              <a:t>표정 수치를 수정합니다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10" name="설명선: 굽은 선 9">
            <a:extLst>
              <a:ext uri="{FF2B5EF4-FFF2-40B4-BE49-F238E27FC236}">
                <a16:creationId xmlns:a16="http://schemas.microsoft.com/office/drawing/2014/main" id="{F9460AFB-9F79-652A-5D12-ADAD43E8EAA2}"/>
              </a:ext>
            </a:extLst>
          </p:cNvPr>
          <p:cNvSpPr/>
          <p:nvPr/>
        </p:nvSpPr>
        <p:spPr>
          <a:xfrm rot="10800000">
            <a:off x="4854102" y="3472774"/>
            <a:ext cx="1663430" cy="307119"/>
          </a:xfrm>
          <a:prstGeom prst="borderCallout2">
            <a:avLst>
              <a:gd name="adj1" fmla="val 18750"/>
              <a:gd name="adj2" fmla="val -146"/>
              <a:gd name="adj3" fmla="val 18750"/>
              <a:gd name="adj4" fmla="val -16667"/>
              <a:gd name="adj5" fmla="val 63805"/>
              <a:gd name="adj6" fmla="val -16842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A981B3-8804-F5DD-7562-FF5D050BCBC2}"/>
              </a:ext>
            </a:extLst>
          </p:cNvPr>
          <p:cNvSpPr txBox="1"/>
          <p:nvPr/>
        </p:nvSpPr>
        <p:spPr>
          <a:xfrm>
            <a:off x="6682903" y="3272062"/>
            <a:ext cx="2305455" cy="101566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아이 </a:t>
            </a:r>
            <a:r>
              <a:rPr lang="ko-KR" altLang="en-US" sz="1200" dirty="0" err="1">
                <a:solidFill>
                  <a:schemeClr val="bg1"/>
                </a:solidFill>
              </a:rPr>
              <a:t>블링크</a:t>
            </a:r>
            <a:r>
              <a:rPr lang="ko-KR" altLang="en-US" sz="1200" dirty="0">
                <a:solidFill>
                  <a:schemeClr val="bg1"/>
                </a:solidFill>
              </a:rPr>
              <a:t> 체크 시 눈을 깜빡입니다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ko-KR" altLang="en-US" sz="1200" dirty="0">
                <a:solidFill>
                  <a:schemeClr val="bg1"/>
                </a:solidFill>
              </a:rPr>
              <a:t>립싱크를 체크 시 대사 음성에 맞춰 입을 움직입니다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12" name="설명선: 굽은 선 11">
            <a:extLst>
              <a:ext uri="{FF2B5EF4-FFF2-40B4-BE49-F238E27FC236}">
                <a16:creationId xmlns:a16="http://schemas.microsoft.com/office/drawing/2014/main" id="{CE8A63CC-E378-D416-78CC-785AFC606368}"/>
              </a:ext>
            </a:extLst>
          </p:cNvPr>
          <p:cNvSpPr/>
          <p:nvPr/>
        </p:nvSpPr>
        <p:spPr>
          <a:xfrm>
            <a:off x="4854102" y="3807462"/>
            <a:ext cx="749030" cy="238785"/>
          </a:xfrm>
          <a:prstGeom prst="borderCallout2">
            <a:avLst>
              <a:gd name="adj1" fmla="val 18750"/>
              <a:gd name="adj2" fmla="val -146"/>
              <a:gd name="adj3" fmla="val 18750"/>
              <a:gd name="adj4" fmla="val -16667"/>
              <a:gd name="adj5" fmla="val 63805"/>
              <a:gd name="adj6" fmla="val -16842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FFF137-0FE1-9DCA-C1B0-2F7DC9F9C60F}"/>
              </a:ext>
            </a:extLst>
          </p:cNvPr>
          <p:cNvSpPr txBox="1"/>
          <p:nvPr/>
        </p:nvSpPr>
        <p:spPr>
          <a:xfrm>
            <a:off x="258405" y="3642749"/>
            <a:ext cx="4493764" cy="46166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2.</a:t>
            </a:r>
            <a:r>
              <a:rPr lang="ko-KR" altLang="en-US" sz="1200" dirty="0">
                <a:solidFill>
                  <a:schemeClr val="bg1"/>
                </a:solidFill>
              </a:rPr>
              <a:t>표정 이름을 입력하고 </a:t>
            </a:r>
            <a:r>
              <a:rPr lang="ko-KR" altLang="en-US" sz="1200" dirty="0" err="1">
                <a:solidFill>
                  <a:schemeClr val="bg1"/>
                </a:solidFill>
              </a:rPr>
              <a:t>익스포트를</a:t>
            </a:r>
            <a:r>
              <a:rPr lang="ko-KR" altLang="en-US" sz="1200" dirty="0">
                <a:solidFill>
                  <a:schemeClr val="bg1"/>
                </a:solidFill>
              </a:rPr>
              <a:t> 누르면 표정 옵션 값이 아래 텍스트로 치환됩니다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14" name="설명선: 굽은 선 13">
            <a:extLst>
              <a:ext uri="{FF2B5EF4-FFF2-40B4-BE49-F238E27FC236}">
                <a16:creationId xmlns:a16="http://schemas.microsoft.com/office/drawing/2014/main" id="{F8D38F4F-FF71-9032-B4E9-409528DAF2BF}"/>
              </a:ext>
            </a:extLst>
          </p:cNvPr>
          <p:cNvSpPr/>
          <p:nvPr/>
        </p:nvSpPr>
        <p:spPr>
          <a:xfrm rot="10800000">
            <a:off x="155642" y="4630365"/>
            <a:ext cx="6361890" cy="106884"/>
          </a:xfrm>
          <a:prstGeom prst="borderCallout2">
            <a:avLst>
              <a:gd name="adj1" fmla="val 18750"/>
              <a:gd name="adj2" fmla="val -146"/>
              <a:gd name="adj3" fmla="val 18750"/>
              <a:gd name="adj4" fmla="val -16667"/>
              <a:gd name="adj5" fmla="val 63805"/>
              <a:gd name="adj6" fmla="val -16842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369050-EBF8-BCB5-4D40-D15FD317122A}"/>
              </a:ext>
            </a:extLst>
          </p:cNvPr>
          <p:cNvSpPr txBox="1"/>
          <p:nvPr/>
        </p:nvSpPr>
        <p:spPr>
          <a:xfrm>
            <a:off x="6908882" y="4457700"/>
            <a:ext cx="2079476" cy="46166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3.</a:t>
            </a:r>
            <a:r>
              <a:rPr lang="ko-KR" altLang="en-US" sz="1200" dirty="0">
                <a:solidFill>
                  <a:schemeClr val="bg1"/>
                </a:solidFill>
              </a:rPr>
              <a:t>복사해서 </a:t>
            </a:r>
            <a:r>
              <a:rPr lang="ko-KR" altLang="en-US" sz="1200" dirty="0" err="1">
                <a:solidFill>
                  <a:schemeClr val="bg1"/>
                </a:solidFill>
              </a:rPr>
              <a:t>이모션</a:t>
            </a:r>
            <a:r>
              <a:rPr lang="ko-KR" altLang="en-US" sz="1200" dirty="0">
                <a:solidFill>
                  <a:schemeClr val="bg1"/>
                </a:solidFill>
              </a:rPr>
              <a:t> 테이블에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ko-KR" altLang="en-US" sz="1200" dirty="0" err="1">
                <a:solidFill>
                  <a:schemeClr val="bg1"/>
                </a:solidFill>
              </a:rPr>
              <a:t>붙여넣어</a:t>
            </a:r>
            <a:r>
              <a:rPr lang="ko-KR" altLang="en-US" sz="1200" dirty="0">
                <a:solidFill>
                  <a:schemeClr val="bg1"/>
                </a:solidFill>
              </a:rPr>
              <a:t> 표정 추가</a:t>
            </a:r>
          </a:p>
        </p:txBody>
      </p:sp>
      <p:sp>
        <p:nvSpPr>
          <p:cNvPr id="16" name="설명선: 굽은 선 15">
            <a:extLst>
              <a:ext uri="{FF2B5EF4-FFF2-40B4-BE49-F238E27FC236}">
                <a16:creationId xmlns:a16="http://schemas.microsoft.com/office/drawing/2014/main" id="{A6737D6F-3B25-8195-F7BE-264F069F83A9}"/>
              </a:ext>
            </a:extLst>
          </p:cNvPr>
          <p:cNvSpPr/>
          <p:nvPr/>
        </p:nvSpPr>
        <p:spPr>
          <a:xfrm>
            <a:off x="4868902" y="4085737"/>
            <a:ext cx="749030" cy="238785"/>
          </a:xfrm>
          <a:prstGeom prst="borderCallout2">
            <a:avLst>
              <a:gd name="adj1" fmla="val 18750"/>
              <a:gd name="adj2" fmla="val -146"/>
              <a:gd name="adj3" fmla="val 18750"/>
              <a:gd name="adj4" fmla="val -16667"/>
              <a:gd name="adj5" fmla="val 104543"/>
              <a:gd name="adj6" fmla="val -55803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08326A4-4563-4845-BAA9-94ED8054156A}"/>
              </a:ext>
            </a:extLst>
          </p:cNvPr>
          <p:cNvSpPr txBox="1"/>
          <p:nvPr/>
        </p:nvSpPr>
        <p:spPr>
          <a:xfrm>
            <a:off x="155641" y="4214866"/>
            <a:ext cx="4493764" cy="27699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표정 값을 </a:t>
            </a:r>
            <a:r>
              <a:rPr lang="ko-KR" altLang="en-US" sz="1200" dirty="0" err="1">
                <a:solidFill>
                  <a:schemeClr val="bg1"/>
                </a:solidFill>
              </a:rPr>
              <a:t>붙여넣어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</a:rPr>
              <a:t>로드하면</a:t>
            </a:r>
            <a:r>
              <a:rPr lang="ko-KR" altLang="en-US" sz="1200" dirty="0">
                <a:solidFill>
                  <a:schemeClr val="bg1"/>
                </a:solidFill>
              </a:rPr>
              <a:t> 해당 표정 수치를 불러옵니다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89562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78;p5">
            <a:extLst>
              <a:ext uri="{FF2B5EF4-FFF2-40B4-BE49-F238E27FC236}">
                <a16:creationId xmlns:a16="http://schemas.microsoft.com/office/drawing/2014/main" id="{9ECEB4D8-BB42-62BB-F5AF-F5229178120A}"/>
              </a:ext>
            </a:extLst>
          </p:cNvPr>
          <p:cNvSpPr txBox="1">
            <a:spLocks/>
          </p:cNvSpPr>
          <p:nvPr/>
        </p:nvSpPr>
        <p:spPr>
          <a:xfrm>
            <a:off x="311700" y="-3600"/>
            <a:ext cx="8520600" cy="6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ct val="111111"/>
            </a:pPr>
            <a:r>
              <a:rPr lang="en-US" altLang="ko-KR" dirty="0">
                <a:latin typeface="+mn-ea"/>
                <a:ea typeface="+mn-ea"/>
              </a:rPr>
              <a:t>3. Emotion Table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2A697F-7974-43CE-062A-630F079CD334}"/>
              </a:ext>
            </a:extLst>
          </p:cNvPr>
          <p:cNvSpPr txBox="1"/>
          <p:nvPr/>
        </p:nvSpPr>
        <p:spPr>
          <a:xfrm>
            <a:off x="0" y="685800"/>
            <a:ext cx="9144000" cy="27699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D:\P4V\Server_S1\LoveOn\Contents\System\Emotion\DataTable\Datatable_Emotion.csv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2B8FE18-A88E-8435-7A4D-B059B36F1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69" y="1266643"/>
            <a:ext cx="3362794" cy="1305107"/>
          </a:xfrm>
          <a:prstGeom prst="rect">
            <a:avLst/>
          </a:prstGeom>
        </p:spPr>
      </p:pic>
      <p:sp>
        <p:nvSpPr>
          <p:cNvPr id="5" name="설명선: 굽은 선 4">
            <a:extLst>
              <a:ext uri="{FF2B5EF4-FFF2-40B4-BE49-F238E27FC236}">
                <a16:creationId xmlns:a16="http://schemas.microsoft.com/office/drawing/2014/main" id="{8C430C35-6E81-EE39-B452-1D9F3A2B8034}"/>
              </a:ext>
            </a:extLst>
          </p:cNvPr>
          <p:cNvSpPr/>
          <p:nvPr/>
        </p:nvSpPr>
        <p:spPr>
          <a:xfrm rot="10800000">
            <a:off x="205769" y="1652198"/>
            <a:ext cx="3362794" cy="341971"/>
          </a:xfrm>
          <a:prstGeom prst="borderCallout2">
            <a:avLst>
              <a:gd name="adj1" fmla="val 18750"/>
              <a:gd name="adj2" fmla="val -146"/>
              <a:gd name="adj3" fmla="val 18750"/>
              <a:gd name="adj4" fmla="val -16667"/>
              <a:gd name="adj5" fmla="val 63805"/>
              <a:gd name="adj6" fmla="val -16842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42B9AA-C088-8292-6DDD-A7CC6D42BA04}"/>
              </a:ext>
            </a:extLst>
          </p:cNvPr>
          <p:cNvSpPr txBox="1"/>
          <p:nvPr/>
        </p:nvSpPr>
        <p:spPr>
          <a:xfrm>
            <a:off x="3968886" y="1780696"/>
            <a:ext cx="3735420" cy="27699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툴에서 </a:t>
            </a:r>
            <a:r>
              <a:rPr lang="ko-KR" altLang="en-US" sz="1200" dirty="0" err="1">
                <a:solidFill>
                  <a:schemeClr val="bg1"/>
                </a:solidFill>
              </a:rPr>
              <a:t>복붙한</a:t>
            </a:r>
            <a:r>
              <a:rPr lang="ko-KR" altLang="en-US" sz="1200" dirty="0">
                <a:solidFill>
                  <a:schemeClr val="bg1"/>
                </a:solidFill>
              </a:rPr>
              <a:t> 내용을</a:t>
            </a:r>
          </a:p>
        </p:txBody>
      </p:sp>
      <p:sp>
        <p:nvSpPr>
          <p:cNvPr id="19" name="설명선: 굽은 선 18">
            <a:extLst>
              <a:ext uri="{FF2B5EF4-FFF2-40B4-BE49-F238E27FC236}">
                <a16:creationId xmlns:a16="http://schemas.microsoft.com/office/drawing/2014/main" id="{917BB74B-1341-100D-598C-0DC0AD006B55}"/>
              </a:ext>
            </a:extLst>
          </p:cNvPr>
          <p:cNvSpPr/>
          <p:nvPr/>
        </p:nvSpPr>
        <p:spPr>
          <a:xfrm rot="10800000">
            <a:off x="205769" y="2108731"/>
            <a:ext cx="3362794" cy="341971"/>
          </a:xfrm>
          <a:prstGeom prst="borderCallout2">
            <a:avLst>
              <a:gd name="adj1" fmla="val 18750"/>
              <a:gd name="adj2" fmla="val -146"/>
              <a:gd name="adj3" fmla="val 18750"/>
              <a:gd name="adj4" fmla="val -16667"/>
              <a:gd name="adj5" fmla="val 63805"/>
              <a:gd name="adj6" fmla="val -16842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A49E85A-681D-1EF7-5260-6981D2876DEB}"/>
              </a:ext>
            </a:extLst>
          </p:cNvPr>
          <p:cNvSpPr txBox="1"/>
          <p:nvPr/>
        </p:nvSpPr>
        <p:spPr>
          <a:xfrm>
            <a:off x="3968885" y="2173704"/>
            <a:ext cx="5077837" cy="64633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이렇게 행으로 나눠서 입력하고 저장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ko-KR" altLang="en-US" sz="1200" dirty="0">
                <a:solidFill>
                  <a:schemeClr val="bg1"/>
                </a:solidFill>
              </a:rPr>
              <a:t>만약 툴에서 로드 하려면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해당 행으로 나눠진 걸 위처럼 쉼표로 </a:t>
            </a:r>
            <a:r>
              <a:rPr lang="ko-KR" altLang="en-US" sz="1200" dirty="0" err="1">
                <a:solidFill>
                  <a:schemeClr val="bg1"/>
                </a:solidFill>
              </a:rPr>
              <a:t>구분시킨</a:t>
            </a:r>
            <a:r>
              <a:rPr lang="ko-KR" altLang="en-US" sz="1200" dirty="0">
                <a:solidFill>
                  <a:schemeClr val="bg1"/>
                </a:solidFill>
              </a:rPr>
              <a:t> 후에 툴에 </a:t>
            </a:r>
            <a:r>
              <a:rPr lang="ko-KR" altLang="en-US" sz="1200" dirty="0" err="1">
                <a:solidFill>
                  <a:schemeClr val="bg1"/>
                </a:solidFill>
              </a:rPr>
              <a:t>붙여넣으면</a:t>
            </a:r>
            <a:r>
              <a:rPr lang="ko-KR" altLang="en-US" sz="1200" dirty="0">
                <a:solidFill>
                  <a:schemeClr val="bg1"/>
                </a:solidFill>
              </a:rPr>
              <a:t> 표정을 불러올 수 있습니다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6DF24590-395B-E70C-526C-D02595798A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68" y="2838487"/>
            <a:ext cx="5553850" cy="2076740"/>
          </a:xfrm>
          <a:prstGeom prst="rect">
            <a:avLst/>
          </a:prstGeom>
        </p:spPr>
      </p:pic>
      <p:sp>
        <p:nvSpPr>
          <p:cNvPr id="23" name="설명선: 굽은 선 22">
            <a:extLst>
              <a:ext uri="{FF2B5EF4-FFF2-40B4-BE49-F238E27FC236}">
                <a16:creationId xmlns:a16="http://schemas.microsoft.com/office/drawing/2014/main" id="{A53FAC10-7D0E-F753-2AEB-6122ACCBA449}"/>
              </a:ext>
            </a:extLst>
          </p:cNvPr>
          <p:cNvSpPr/>
          <p:nvPr/>
        </p:nvSpPr>
        <p:spPr>
          <a:xfrm rot="10800000">
            <a:off x="406807" y="3527886"/>
            <a:ext cx="799423" cy="1190028"/>
          </a:xfrm>
          <a:prstGeom prst="borderCallout2">
            <a:avLst>
              <a:gd name="adj1" fmla="val 18750"/>
              <a:gd name="adj2" fmla="val -146"/>
              <a:gd name="adj3" fmla="val 18750"/>
              <a:gd name="adj4" fmla="val -16667"/>
              <a:gd name="adj5" fmla="val 22116"/>
              <a:gd name="adj6" fmla="val -63012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1DEF88-DF20-8DC5-ED48-52631B6C53DE}"/>
              </a:ext>
            </a:extLst>
          </p:cNvPr>
          <p:cNvSpPr txBox="1"/>
          <p:nvPr/>
        </p:nvSpPr>
        <p:spPr>
          <a:xfrm>
            <a:off x="5096880" y="4339232"/>
            <a:ext cx="3735420" cy="46166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1200" dirty="0" err="1">
                <a:solidFill>
                  <a:schemeClr val="bg1"/>
                </a:solidFill>
              </a:rPr>
              <a:t>언리얼</a:t>
            </a:r>
            <a:r>
              <a:rPr lang="ko-KR" altLang="en-US" sz="1200" dirty="0">
                <a:solidFill>
                  <a:schemeClr val="bg1"/>
                </a:solidFill>
              </a:rPr>
              <a:t> 테이블에 </a:t>
            </a:r>
            <a:r>
              <a:rPr lang="ko-KR" altLang="en-US" sz="1200" dirty="0" err="1">
                <a:solidFill>
                  <a:schemeClr val="bg1"/>
                </a:solidFill>
              </a:rPr>
              <a:t>리임포트</a:t>
            </a:r>
            <a:r>
              <a:rPr lang="ko-KR" altLang="en-US" sz="1200" dirty="0">
                <a:solidFill>
                  <a:schemeClr val="bg1"/>
                </a:solidFill>
              </a:rPr>
              <a:t> 하여 프로젝트에 업데이트 하면 표정 추가가 적용됩니다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4171A4D1-0690-9B0C-50B5-E14294EDCC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1669" y="4867236"/>
            <a:ext cx="1247949" cy="2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8730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78;p5">
            <a:extLst>
              <a:ext uri="{FF2B5EF4-FFF2-40B4-BE49-F238E27FC236}">
                <a16:creationId xmlns:a16="http://schemas.microsoft.com/office/drawing/2014/main" id="{9ECEB4D8-BB42-62BB-F5AF-F5229178120A}"/>
              </a:ext>
            </a:extLst>
          </p:cNvPr>
          <p:cNvSpPr txBox="1">
            <a:spLocks/>
          </p:cNvSpPr>
          <p:nvPr/>
        </p:nvSpPr>
        <p:spPr>
          <a:xfrm>
            <a:off x="311700" y="-3600"/>
            <a:ext cx="8520600" cy="6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ct val="111111"/>
            </a:pPr>
            <a:r>
              <a:rPr lang="en-US" altLang="ko-KR" dirty="0">
                <a:latin typeface="+mn-ea"/>
                <a:ea typeface="+mn-ea"/>
              </a:rPr>
              <a:t>4. </a:t>
            </a:r>
            <a:r>
              <a:rPr lang="en-US" altLang="ko-KR" dirty="0"/>
              <a:t>Localization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E03B27-0675-8045-65DC-42825835B3F7}"/>
              </a:ext>
            </a:extLst>
          </p:cNvPr>
          <p:cNvSpPr txBox="1"/>
          <p:nvPr/>
        </p:nvSpPr>
        <p:spPr>
          <a:xfrm>
            <a:off x="4659548" y="1714379"/>
            <a:ext cx="4372585" cy="18158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dirty="0"/>
              <a:t>텍스트와 링크를 제어하는 테이블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Datatable_Localization_Image</a:t>
            </a:r>
            <a:endParaRPr lang="en-US" altLang="ko-KR" dirty="0"/>
          </a:p>
          <a:p>
            <a:r>
              <a:rPr lang="ko-KR" altLang="en-US" dirty="0" err="1"/>
              <a:t>ㄴ이미지</a:t>
            </a:r>
            <a:r>
              <a:rPr lang="ko-KR" altLang="en-US" dirty="0"/>
              <a:t> 컷 씬 네이밍 링크</a:t>
            </a:r>
            <a:endParaRPr lang="en-US" altLang="ko-KR" dirty="0"/>
          </a:p>
          <a:p>
            <a:r>
              <a:rPr lang="en-US" altLang="ko-KR" dirty="0" err="1"/>
              <a:t>Datatable_Localization_Voice</a:t>
            </a:r>
            <a:endParaRPr lang="en-US" altLang="ko-KR" dirty="0"/>
          </a:p>
          <a:p>
            <a:r>
              <a:rPr lang="ko-KR" altLang="en-US" dirty="0" err="1"/>
              <a:t>ㄴ대사</a:t>
            </a:r>
            <a:r>
              <a:rPr lang="ko-KR" altLang="en-US" dirty="0"/>
              <a:t> 보이스 네이밍 링크</a:t>
            </a:r>
            <a:endParaRPr lang="en-US" altLang="ko-KR" dirty="0"/>
          </a:p>
          <a:p>
            <a:r>
              <a:rPr lang="en-US" altLang="ko-KR" dirty="0" err="1"/>
              <a:t>Datatable_Localization_Text</a:t>
            </a:r>
            <a:endParaRPr lang="en-US" altLang="ko-KR" dirty="0"/>
          </a:p>
          <a:p>
            <a:r>
              <a:rPr lang="ko-KR" altLang="en-US" dirty="0" err="1"/>
              <a:t>ㄴ글로벌</a:t>
            </a:r>
            <a:r>
              <a:rPr lang="ko-KR" altLang="en-US" dirty="0"/>
              <a:t> </a:t>
            </a:r>
            <a:r>
              <a:rPr lang="ko-KR" altLang="en-US" dirty="0" err="1"/>
              <a:t>로컬라이징</a:t>
            </a:r>
            <a:r>
              <a:rPr lang="ko-KR" altLang="en-US" dirty="0"/>
              <a:t> 텍스트 링크</a:t>
            </a:r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6B901CE-25FB-9D7C-AE1E-01333B079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027" y="1714379"/>
            <a:ext cx="3781953" cy="171473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42D67DD-D98B-578C-42B4-CDCED50FF673}"/>
              </a:ext>
            </a:extLst>
          </p:cNvPr>
          <p:cNvSpPr txBox="1"/>
          <p:nvPr/>
        </p:nvSpPr>
        <p:spPr>
          <a:xfrm>
            <a:off x="0" y="4457700"/>
            <a:ext cx="9144000" cy="64633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hlinkClick r:id="rId4"/>
              </a:rPr>
              <a:t>https://docs.google.com/presentation/d/1viadjE3ChpQE4PSzaDnp0CO_1CBKjDNV/edit#slide=id.p1</a:t>
            </a:r>
            <a:endParaRPr lang="en-US" altLang="ko-KR" sz="1200" dirty="0">
              <a:solidFill>
                <a:schemeClr val="bg1"/>
              </a:solidFill>
            </a:endParaRPr>
          </a:p>
          <a:p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ko-KR" altLang="en-US" sz="1200" dirty="0">
                <a:solidFill>
                  <a:schemeClr val="bg1"/>
                </a:solidFill>
              </a:rPr>
              <a:t>레벨 테이블은 기획서를 참조하시면 됩니다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437008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78;p5">
            <a:extLst>
              <a:ext uri="{FF2B5EF4-FFF2-40B4-BE49-F238E27FC236}">
                <a16:creationId xmlns:a16="http://schemas.microsoft.com/office/drawing/2014/main" id="{9ECEB4D8-BB42-62BB-F5AF-F5229178120A}"/>
              </a:ext>
            </a:extLst>
          </p:cNvPr>
          <p:cNvSpPr txBox="1">
            <a:spLocks/>
          </p:cNvSpPr>
          <p:nvPr/>
        </p:nvSpPr>
        <p:spPr>
          <a:xfrm>
            <a:off x="311700" y="-3600"/>
            <a:ext cx="8520600" cy="6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ct val="111111"/>
            </a:pPr>
            <a:r>
              <a:rPr lang="en-US" altLang="ko-KR" dirty="0">
                <a:latin typeface="+mn-ea"/>
                <a:ea typeface="+mn-ea"/>
              </a:rPr>
              <a:t>4. </a:t>
            </a:r>
            <a:r>
              <a:rPr lang="en-US" altLang="ko-KR" dirty="0" err="1"/>
              <a:t>MainforEdit_Localization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5B0624-8FA7-43F5-56AD-B957B3EC7FB5}"/>
              </a:ext>
            </a:extLst>
          </p:cNvPr>
          <p:cNvSpPr txBox="1"/>
          <p:nvPr/>
        </p:nvSpPr>
        <p:spPr>
          <a:xfrm>
            <a:off x="0" y="685800"/>
            <a:ext cx="9144000" cy="27699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200" dirty="0" err="1">
                <a:solidFill>
                  <a:schemeClr val="bg1"/>
                </a:solidFill>
              </a:rPr>
              <a:t>Datatable_Localization_Text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0DAD041-8E5C-2C9B-0347-D0D03D08AB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310" y="1030893"/>
            <a:ext cx="6692630" cy="34987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90C6212-31DC-53F2-39B6-427EBDFD6854}"/>
              </a:ext>
            </a:extLst>
          </p:cNvPr>
          <p:cNvSpPr txBox="1"/>
          <p:nvPr/>
        </p:nvSpPr>
        <p:spPr>
          <a:xfrm>
            <a:off x="0" y="4856534"/>
            <a:ext cx="9144000" cy="27699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인덱스 키를 통해 해당 텍스트를 링크해서 불러옵니다</a:t>
            </a:r>
            <a:r>
              <a:rPr lang="en-US" altLang="ko-KR" sz="1200" dirty="0">
                <a:solidFill>
                  <a:schemeClr val="bg1"/>
                </a:solidFill>
              </a:rPr>
              <a:t>. </a:t>
            </a:r>
            <a:r>
              <a:rPr lang="ko-KR" altLang="en-US" sz="1200" dirty="0">
                <a:solidFill>
                  <a:schemeClr val="bg1"/>
                </a:solidFill>
              </a:rPr>
              <a:t>한국어</a:t>
            </a:r>
            <a:r>
              <a:rPr lang="en-US" altLang="ko-KR" sz="1200" dirty="0">
                <a:solidFill>
                  <a:schemeClr val="bg1"/>
                </a:solidFill>
              </a:rPr>
              <a:t>/</a:t>
            </a:r>
            <a:r>
              <a:rPr lang="ko-KR" altLang="en-US" sz="1200" dirty="0">
                <a:solidFill>
                  <a:schemeClr val="bg1"/>
                </a:solidFill>
              </a:rPr>
              <a:t>일본어</a:t>
            </a:r>
            <a:r>
              <a:rPr lang="en-US" altLang="ko-KR" sz="1200" dirty="0">
                <a:solidFill>
                  <a:schemeClr val="bg1"/>
                </a:solidFill>
              </a:rPr>
              <a:t>/</a:t>
            </a:r>
            <a:r>
              <a:rPr lang="ko-KR" altLang="en-US" sz="1200" dirty="0">
                <a:solidFill>
                  <a:schemeClr val="bg1"/>
                </a:solidFill>
              </a:rPr>
              <a:t>영어</a:t>
            </a:r>
            <a:r>
              <a:rPr lang="en-US" altLang="ko-KR" sz="1200" dirty="0">
                <a:solidFill>
                  <a:schemeClr val="bg1"/>
                </a:solidFill>
              </a:rPr>
              <a:t>/</a:t>
            </a:r>
            <a:r>
              <a:rPr lang="ko-KR" altLang="en-US" sz="1200" dirty="0">
                <a:solidFill>
                  <a:schemeClr val="bg1"/>
                </a:solidFill>
              </a:rPr>
              <a:t>중국어 </a:t>
            </a:r>
            <a:r>
              <a:rPr lang="ko-KR" altLang="en-US" sz="1200" dirty="0" err="1">
                <a:solidFill>
                  <a:schemeClr val="bg1"/>
                </a:solidFill>
              </a:rPr>
              <a:t>간체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05075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78;p5">
            <a:extLst>
              <a:ext uri="{FF2B5EF4-FFF2-40B4-BE49-F238E27FC236}">
                <a16:creationId xmlns:a16="http://schemas.microsoft.com/office/drawing/2014/main" id="{9ECEB4D8-BB42-62BB-F5AF-F5229178120A}"/>
              </a:ext>
            </a:extLst>
          </p:cNvPr>
          <p:cNvSpPr txBox="1">
            <a:spLocks/>
          </p:cNvSpPr>
          <p:nvPr/>
        </p:nvSpPr>
        <p:spPr>
          <a:xfrm>
            <a:off x="311700" y="-3600"/>
            <a:ext cx="8520600" cy="6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ct val="111111"/>
            </a:pPr>
            <a:r>
              <a:rPr lang="en-US" altLang="ko-KR" dirty="0">
                <a:latin typeface="+mn-ea"/>
                <a:ea typeface="+mn-ea"/>
              </a:rPr>
              <a:t>4. </a:t>
            </a:r>
            <a:r>
              <a:rPr lang="en-US" altLang="ko-KR" dirty="0" err="1"/>
              <a:t>MainforEdit_Localization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5B0624-8FA7-43F5-56AD-B957B3EC7FB5}"/>
              </a:ext>
            </a:extLst>
          </p:cNvPr>
          <p:cNvSpPr txBox="1"/>
          <p:nvPr/>
        </p:nvSpPr>
        <p:spPr>
          <a:xfrm>
            <a:off x="0" y="685800"/>
            <a:ext cx="9144000" cy="27699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200" dirty="0" err="1">
                <a:solidFill>
                  <a:schemeClr val="bg1"/>
                </a:solidFill>
              </a:rPr>
              <a:t>Datatable_Localization_Image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0C6212-31DC-53F2-39B6-427EBDFD6854}"/>
              </a:ext>
            </a:extLst>
          </p:cNvPr>
          <p:cNvSpPr txBox="1"/>
          <p:nvPr/>
        </p:nvSpPr>
        <p:spPr>
          <a:xfrm>
            <a:off x="0" y="4856534"/>
            <a:ext cx="9144000" cy="27699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인덱스 키를 통해 해당 이미지를 링크해서 불러옵니다</a:t>
            </a:r>
            <a:r>
              <a:rPr lang="en-US" altLang="ko-KR" sz="1200" dirty="0">
                <a:solidFill>
                  <a:schemeClr val="bg1"/>
                </a:solidFill>
              </a:rPr>
              <a:t>. </a:t>
            </a:r>
            <a:r>
              <a:rPr lang="ko-KR" altLang="en-US" sz="1200" dirty="0">
                <a:solidFill>
                  <a:schemeClr val="bg1"/>
                </a:solidFill>
              </a:rPr>
              <a:t>한국어</a:t>
            </a:r>
            <a:r>
              <a:rPr lang="en-US" altLang="ko-KR" sz="1200" dirty="0">
                <a:solidFill>
                  <a:schemeClr val="bg1"/>
                </a:solidFill>
              </a:rPr>
              <a:t>/</a:t>
            </a:r>
            <a:r>
              <a:rPr lang="ko-KR" altLang="en-US" sz="1200" dirty="0">
                <a:solidFill>
                  <a:schemeClr val="bg1"/>
                </a:solidFill>
              </a:rPr>
              <a:t>일본어</a:t>
            </a:r>
            <a:r>
              <a:rPr lang="en-US" altLang="ko-KR" sz="1200" dirty="0">
                <a:solidFill>
                  <a:schemeClr val="bg1"/>
                </a:solidFill>
              </a:rPr>
              <a:t>/</a:t>
            </a:r>
            <a:r>
              <a:rPr lang="ko-KR" altLang="en-US" sz="1200" dirty="0">
                <a:solidFill>
                  <a:schemeClr val="bg1"/>
                </a:solidFill>
              </a:rPr>
              <a:t>영어</a:t>
            </a:r>
            <a:r>
              <a:rPr lang="en-US" altLang="ko-KR" sz="1200" dirty="0">
                <a:solidFill>
                  <a:schemeClr val="bg1"/>
                </a:solidFill>
              </a:rPr>
              <a:t>/</a:t>
            </a:r>
            <a:r>
              <a:rPr lang="ko-KR" altLang="en-US" sz="1200" dirty="0">
                <a:solidFill>
                  <a:schemeClr val="bg1"/>
                </a:solidFill>
              </a:rPr>
              <a:t>중국어 </a:t>
            </a:r>
            <a:r>
              <a:rPr lang="ko-KR" altLang="en-US" sz="1200" dirty="0" err="1">
                <a:solidFill>
                  <a:schemeClr val="bg1"/>
                </a:solidFill>
              </a:rPr>
              <a:t>간체</a:t>
            </a:r>
            <a:r>
              <a:rPr lang="ko-KR" altLang="en-US" sz="1200" dirty="0">
                <a:solidFill>
                  <a:schemeClr val="bg1"/>
                </a:solidFill>
              </a:rPr>
              <a:t> 이미지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9F83CD3-4D28-1BB6-B70D-95652B2778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18002"/>
            <a:ext cx="9144000" cy="1629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96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78;p5">
            <a:extLst>
              <a:ext uri="{FF2B5EF4-FFF2-40B4-BE49-F238E27FC236}">
                <a16:creationId xmlns:a16="http://schemas.microsoft.com/office/drawing/2014/main" id="{9ECEB4D8-BB42-62BB-F5AF-F5229178120A}"/>
              </a:ext>
            </a:extLst>
          </p:cNvPr>
          <p:cNvSpPr txBox="1">
            <a:spLocks/>
          </p:cNvSpPr>
          <p:nvPr/>
        </p:nvSpPr>
        <p:spPr>
          <a:xfrm>
            <a:off x="311700" y="-3600"/>
            <a:ext cx="8520600" cy="6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ct val="111111"/>
            </a:pPr>
            <a:r>
              <a:rPr lang="en-US" altLang="ko-KR" dirty="0">
                <a:latin typeface="+mn-ea"/>
                <a:ea typeface="+mn-ea"/>
              </a:rPr>
              <a:t>4. </a:t>
            </a:r>
            <a:r>
              <a:rPr lang="en-US" altLang="ko-KR" dirty="0" err="1"/>
              <a:t>MainforEdit_Localization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5B0624-8FA7-43F5-56AD-B957B3EC7FB5}"/>
              </a:ext>
            </a:extLst>
          </p:cNvPr>
          <p:cNvSpPr txBox="1"/>
          <p:nvPr/>
        </p:nvSpPr>
        <p:spPr>
          <a:xfrm>
            <a:off x="0" y="685800"/>
            <a:ext cx="9144000" cy="27699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200" dirty="0" err="1">
                <a:solidFill>
                  <a:schemeClr val="bg1"/>
                </a:solidFill>
              </a:rPr>
              <a:t>Datatable_Localization_Voice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0C6212-31DC-53F2-39B6-427EBDFD6854}"/>
              </a:ext>
            </a:extLst>
          </p:cNvPr>
          <p:cNvSpPr txBox="1"/>
          <p:nvPr/>
        </p:nvSpPr>
        <p:spPr>
          <a:xfrm>
            <a:off x="0" y="4856534"/>
            <a:ext cx="9144000" cy="27699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인덱스 키를 통해 해당 목소리 파일을 불러옵니다</a:t>
            </a:r>
            <a:r>
              <a:rPr lang="en-US" altLang="ko-KR" sz="1200" dirty="0">
                <a:solidFill>
                  <a:schemeClr val="bg1"/>
                </a:solidFill>
              </a:rPr>
              <a:t>. </a:t>
            </a:r>
            <a:r>
              <a:rPr lang="ko-KR" altLang="en-US" sz="1200" dirty="0">
                <a:solidFill>
                  <a:schemeClr val="bg1"/>
                </a:solidFill>
              </a:rPr>
              <a:t>한국어</a:t>
            </a:r>
            <a:r>
              <a:rPr lang="en-US" altLang="ko-KR" sz="1200" dirty="0">
                <a:solidFill>
                  <a:schemeClr val="bg1"/>
                </a:solidFill>
              </a:rPr>
              <a:t>/</a:t>
            </a:r>
            <a:r>
              <a:rPr lang="ko-KR" altLang="en-US" sz="1200" dirty="0">
                <a:solidFill>
                  <a:schemeClr val="bg1"/>
                </a:solidFill>
              </a:rPr>
              <a:t>일본어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더빙 목소리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E2206E5-FA15-A462-2E45-793F0EDA57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28470"/>
            <a:ext cx="9144000" cy="1686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4672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78;p5">
            <a:extLst>
              <a:ext uri="{FF2B5EF4-FFF2-40B4-BE49-F238E27FC236}">
                <a16:creationId xmlns:a16="http://schemas.microsoft.com/office/drawing/2014/main" id="{9ECEB4D8-BB42-62BB-F5AF-F5229178120A}"/>
              </a:ext>
            </a:extLst>
          </p:cNvPr>
          <p:cNvSpPr txBox="1">
            <a:spLocks/>
          </p:cNvSpPr>
          <p:nvPr/>
        </p:nvSpPr>
        <p:spPr>
          <a:xfrm>
            <a:off x="311700" y="-3600"/>
            <a:ext cx="8520600" cy="6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ct val="111111"/>
            </a:pPr>
            <a:r>
              <a:rPr lang="en-US" altLang="ko-KR" dirty="0">
                <a:latin typeface="+mn-ea"/>
                <a:ea typeface="+mn-ea"/>
              </a:rPr>
              <a:t>4. </a:t>
            </a:r>
            <a:r>
              <a:rPr lang="en-US" altLang="ko-KR" dirty="0" err="1"/>
              <a:t>MainforEdit_Localization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5B0624-8FA7-43F5-56AD-B957B3EC7FB5}"/>
              </a:ext>
            </a:extLst>
          </p:cNvPr>
          <p:cNvSpPr txBox="1"/>
          <p:nvPr/>
        </p:nvSpPr>
        <p:spPr>
          <a:xfrm>
            <a:off x="0" y="685800"/>
            <a:ext cx="9144000" cy="27699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Export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0C6212-31DC-53F2-39B6-427EBDFD6854}"/>
              </a:ext>
            </a:extLst>
          </p:cNvPr>
          <p:cNvSpPr txBox="1"/>
          <p:nvPr/>
        </p:nvSpPr>
        <p:spPr>
          <a:xfrm>
            <a:off x="0" y="4856534"/>
            <a:ext cx="9144000" cy="27699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수정 사항이 있으면 </a:t>
            </a:r>
            <a:r>
              <a:rPr lang="en-US" altLang="ko-KR" sz="1200" dirty="0">
                <a:solidFill>
                  <a:schemeClr val="bg1"/>
                </a:solidFill>
              </a:rPr>
              <a:t>Export</a:t>
            </a:r>
            <a:r>
              <a:rPr lang="ko-KR" altLang="en-US" sz="1200" dirty="0">
                <a:solidFill>
                  <a:schemeClr val="bg1"/>
                </a:solidFill>
              </a:rPr>
              <a:t>를 통해 </a:t>
            </a:r>
            <a:r>
              <a:rPr lang="en-US" altLang="ko-KR" sz="1200" dirty="0">
                <a:solidFill>
                  <a:schemeClr val="bg1"/>
                </a:solidFill>
              </a:rPr>
              <a:t>csv</a:t>
            </a:r>
            <a:r>
              <a:rPr lang="ko-KR" altLang="en-US" sz="1200" dirty="0">
                <a:solidFill>
                  <a:schemeClr val="bg1"/>
                </a:solidFill>
              </a:rPr>
              <a:t>로 저장하고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언리얼</a:t>
            </a:r>
            <a:r>
              <a:rPr lang="ko-KR" altLang="en-US" sz="1200" dirty="0">
                <a:solidFill>
                  <a:schemeClr val="bg1"/>
                </a:solidFill>
              </a:rPr>
              <a:t> 빌드에 </a:t>
            </a:r>
            <a:r>
              <a:rPr lang="en-US" altLang="ko-KR" sz="1200" dirty="0">
                <a:solidFill>
                  <a:schemeClr val="bg1"/>
                </a:solidFill>
              </a:rPr>
              <a:t>csv</a:t>
            </a:r>
            <a:r>
              <a:rPr lang="ko-KR" altLang="en-US" sz="1200" dirty="0">
                <a:solidFill>
                  <a:schemeClr val="bg1"/>
                </a:solidFill>
              </a:rPr>
              <a:t>를 </a:t>
            </a:r>
            <a:r>
              <a:rPr lang="ko-KR" altLang="en-US" sz="1200" dirty="0" err="1">
                <a:solidFill>
                  <a:schemeClr val="bg1"/>
                </a:solidFill>
              </a:rPr>
              <a:t>리임포트</a:t>
            </a:r>
            <a:r>
              <a:rPr lang="ko-KR" altLang="en-US" sz="1200" dirty="0">
                <a:solidFill>
                  <a:schemeClr val="bg1"/>
                </a:solidFill>
              </a:rPr>
              <a:t> 하면 텍스트</a:t>
            </a:r>
            <a:r>
              <a:rPr lang="en-US" altLang="ko-KR" sz="1200" dirty="0">
                <a:solidFill>
                  <a:schemeClr val="bg1"/>
                </a:solidFill>
              </a:rPr>
              <a:t>/</a:t>
            </a:r>
            <a:r>
              <a:rPr lang="ko-KR" altLang="en-US" sz="1200" dirty="0">
                <a:solidFill>
                  <a:schemeClr val="bg1"/>
                </a:solidFill>
              </a:rPr>
              <a:t>링크를 업데이트 할 수 있습니다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76F272-6F02-081C-7FDF-CD76750799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196" y="1208311"/>
            <a:ext cx="1914792" cy="45726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86D4023-FECA-2F54-DA4B-FE26EE4D00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196" y="2330847"/>
            <a:ext cx="4972744" cy="205768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2847F1B-5D49-A1C3-9BF7-4A6B895F10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4991" y="4388534"/>
            <a:ext cx="1247949" cy="2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994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78;p5">
            <a:extLst>
              <a:ext uri="{FF2B5EF4-FFF2-40B4-BE49-F238E27FC236}">
                <a16:creationId xmlns:a16="http://schemas.microsoft.com/office/drawing/2014/main" id="{9ECEB4D8-BB42-62BB-F5AF-F5229178120A}"/>
              </a:ext>
            </a:extLst>
          </p:cNvPr>
          <p:cNvSpPr txBox="1">
            <a:spLocks/>
          </p:cNvSpPr>
          <p:nvPr/>
        </p:nvSpPr>
        <p:spPr>
          <a:xfrm>
            <a:off x="311700" y="-3600"/>
            <a:ext cx="8520600" cy="6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ct val="111111"/>
            </a:pPr>
            <a:r>
              <a:rPr lang="en-US" altLang="ko-KR" dirty="0">
                <a:latin typeface="+mn-ea"/>
                <a:ea typeface="+mn-ea"/>
              </a:rPr>
              <a:t>5. </a:t>
            </a:r>
            <a:r>
              <a:rPr lang="en-US" altLang="ko-KR" dirty="0" err="1"/>
              <a:t>Skinship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5B0624-8FA7-43F5-56AD-B957B3EC7FB5}"/>
              </a:ext>
            </a:extLst>
          </p:cNvPr>
          <p:cNvSpPr txBox="1"/>
          <p:nvPr/>
        </p:nvSpPr>
        <p:spPr>
          <a:xfrm>
            <a:off x="0" y="685800"/>
            <a:ext cx="9144000" cy="27699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D:\P4V\Server_S1\LoveOn\Contents\System\Skinship\DataTable\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0C6212-31DC-53F2-39B6-427EBDFD6854}"/>
              </a:ext>
            </a:extLst>
          </p:cNvPr>
          <p:cNvSpPr txBox="1"/>
          <p:nvPr/>
        </p:nvSpPr>
        <p:spPr>
          <a:xfrm>
            <a:off x="0" y="4457700"/>
            <a:ext cx="9144000" cy="64633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hlinkClick r:id="rId3"/>
              </a:rPr>
              <a:t>https://docs.google.com/presentation/d/1A9RSDCpYGOnkIpSY70gkoXR84qOO5LYt/edit#slide=id.p1</a:t>
            </a:r>
            <a:endParaRPr lang="en-US" altLang="ko-KR" sz="1200" dirty="0">
              <a:solidFill>
                <a:schemeClr val="bg1"/>
              </a:solidFill>
            </a:endParaRPr>
          </a:p>
          <a:p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ko-KR" altLang="en-US" sz="1200" dirty="0" err="1">
                <a:solidFill>
                  <a:schemeClr val="bg1"/>
                </a:solidFill>
              </a:rPr>
              <a:t>스킨쉽</a:t>
            </a:r>
            <a:r>
              <a:rPr lang="ko-KR" altLang="en-US" sz="1200" dirty="0">
                <a:solidFill>
                  <a:schemeClr val="bg1"/>
                </a:solidFill>
              </a:rPr>
              <a:t> 테이블은 기획서를 참조하시면 됩니다</a:t>
            </a:r>
            <a:r>
              <a:rPr lang="en-US" altLang="ko-KR" sz="1200" dirty="0">
                <a:solidFill>
                  <a:schemeClr val="bg1"/>
                </a:solidFill>
              </a:rPr>
              <a:t>. Csv </a:t>
            </a:r>
            <a:r>
              <a:rPr lang="ko-KR" altLang="en-US" sz="1200" dirty="0">
                <a:solidFill>
                  <a:schemeClr val="bg1"/>
                </a:solidFill>
              </a:rPr>
              <a:t>수정 및 </a:t>
            </a:r>
            <a:r>
              <a:rPr lang="ko-KR" altLang="en-US" sz="1200" dirty="0" err="1">
                <a:solidFill>
                  <a:schemeClr val="bg1"/>
                </a:solidFill>
              </a:rPr>
              <a:t>리임포트는</a:t>
            </a:r>
            <a:r>
              <a:rPr lang="ko-KR" altLang="en-US" sz="1200" dirty="0">
                <a:solidFill>
                  <a:schemeClr val="bg1"/>
                </a:solidFill>
              </a:rPr>
              <a:t> 다른 테이블과 동일합니다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0B45922-A922-98B6-9BB7-C376C82D1A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700" y="1571217"/>
            <a:ext cx="3820058" cy="267689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83FECDE-991A-7EAA-6262-A5211DF7FB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6259" y="2269482"/>
            <a:ext cx="4101243" cy="152184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43BAB87-B671-BB75-5F10-AF6368E8A2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9553" y="3848249"/>
            <a:ext cx="1247949" cy="2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4792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78;p5">
            <a:extLst>
              <a:ext uri="{FF2B5EF4-FFF2-40B4-BE49-F238E27FC236}">
                <a16:creationId xmlns:a16="http://schemas.microsoft.com/office/drawing/2014/main" id="{9ECEB4D8-BB42-62BB-F5AF-F5229178120A}"/>
              </a:ext>
            </a:extLst>
          </p:cNvPr>
          <p:cNvSpPr txBox="1">
            <a:spLocks/>
          </p:cNvSpPr>
          <p:nvPr/>
        </p:nvSpPr>
        <p:spPr>
          <a:xfrm>
            <a:off x="311700" y="-3600"/>
            <a:ext cx="8520600" cy="6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ct val="111111"/>
            </a:pPr>
            <a:r>
              <a:rPr lang="en-US" altLang="ko-KR" dirty="0">
                <a:latin typeface="+mn-ea"/>
                <a:ea typeface="+mn-ea"/>
              </a:rPr>
              <a:t>-</a:t>
            </a:r>
            <a:r>
              <a:rPr lang="ko-KR" altLang="en-US" dirty="0">
                <a:latin typeface="+mn-ea"/>
                <a:ea typeface="+mn-ea"/>
              </a:rPr>
              <a:t>예제</a:t>
            </a:r>
            <a:r>
              <a:rPr lang="en-US" altLang="ko-KR" dirty="0">
                <a:latin typeface="+mn-ea"/>
                <a:ea typeface="+mn-ea"/>
              </a:rPr>
              <a:t>1, </a:t>
            </a:r>
            <a:r>
              <a:rPr lang="ko-KR" altLang="en-US" dirty="0">
                <a:latin typeface="+mn-ea"/>
                <a:ea typeface="+mn-ea"/>
              </a:rPr>
              <a:t>효과음 넣기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5E0EEFD-0C85-5EAC-FCEE-43E81BC98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28374"/>
            <a:ext cx="9144000" cy="21408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A23E3C-96AA-C04F-0280-4030389ABBE4}"/>
              </a:ext>
            </a:extLst>
          </p:cNvPr>
          <p:cNvSpPr txBox="1"/>
          <p:nvPr/>
        </p:nvSpPr>
        <p:spPr>
          <a:xfrm>
            <a:off x="0" y="3511805"/>
            <a:ext cx="9144000" cy="64633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D:\P4V\UE_2021\LoveOn_MetaQuest\Content\Main\Sound\SFX</a:t>
            </a:r>
          </a:p>
          <a:p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ko-KR" altLang="en-US" sz="1200" dirty="0">
                <a:solidFill>
                  <a:schemeClr val="bg1"/>
                </a:solidFill>
              </a:rPr>
              <a:t>빌드 사운드 폴더에 효과음 </a:t>
            </a:r>
            <a:r>
              <a:rPr lang="en-US" altLang="ko-KR" sz="1200" dirty="0">
                <a:solidFill>
                  <a:schemeClr val="bg1"/>
                </a:solidFill>
              </a:rPr>
              <a:t>wav</a:t>
            </a:r>
            <a:r>
              <a:rPr lang="ko-KR" altLang="en-US" sz="1200" dirty="0">
                <a:solidFill>
                  <a:schemeClr val="bg1"/>
                </a:solidFill>
              </a:rPr>
              <a:t>파일을 올려서 </a:t>
            </a:r>
            <a:r>
              <a:rPr lang="ko-KR" altLang="en-US" sz="1200" dirty="0" err="1">
                <a:solidFill>
                  <a:schemeClr val="bg1"/>
                </a:solidFill>
              </a:rPr>
              <a:t>어셋화한다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316635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78;p5">
            <a:extLst>
              <a:ext uri="{FF2B5EF4-FFF2-40B4-BE49-F238E27FC236}">
                <a16:creationId xmlns:a16="http://schemas.microsoft.com/office/drawing/2014/main" id="{9ECEB4D8-BB42-62BB-F5AF-F5229178120A}"/>
              </a:ext>
            </a:extLst>
          </p:cNvPr>
          <p:cNvSpPr txBox="1">
            <a:spLocks/>
          </p:cNvSpPr>
          <p:nvPr/>
        </p:nvSpPr>
        <p:spPr>
          <a:xfrm>
            <a:off x="311700" y="-3600"/>
            <a:ext cx="8520600" cy="6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ct val="111111"/>
            </a:pPr>
            <a:r>
              <a:rPr lang="en-US" altLang="ko-KR" dirty="0">
                <a:latin typeface="+mn-ea"/>
                <a:ea typeface="+mn-ea"/>
              </a:rPr>
              <a:t>-</a:t>
            </a:r>
            <a:r>
              <a:rPr lang="ko-KR" altLang="en-US" dirty="0">
                <a:latin typeface="+mn-ea"/>
                <a:ea typeface="+mn-ea"/>
              </a:rPr>
              <a:t>예제</a:t>
            </a:r>
            <a:r>
              <a:rPr lang="en-US" altLang="ko-KR" dirty="0">
                <a:latin typeface="+mn-ea"/>
                <a:ea typeface="+mn-ea"/>
              </a:rPr>
              <a:t>1, </a:t>
            </a:r>
            <a:r>
              <a:rPr lang="ko-KR" altLang="en-US" dirty="0">
                <a:latin typeface="+mn-ea"/>
                <a:ea typeface="+mn-ea"/>
              </a:rPr>
              <a:t>효과음 넣기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4722A3A-7A6C-2AB4-02B6-7483B40721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599" y="864587"/>
            <a:ext cx="8068801" cy="230537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E912273-0A3E-CC3E-152A-F297F537D8DD}"/>
              </a:ext>
            </a:extLst>
          </p:cNvPr>
          <p:cNvSpPr txBox="1"/>
          <p:nvPr/>
        </p:nvSpPr>
        <p:spPr>
          <a:xfrm>
            <a:off x="0" y="3632582"/>
            <a:ext cx="9144000" cy="83099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효과음 테이블을 엽니다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r>
              <a:rPr lang="ko-KR" altLang="en-US" sz="1200" dirty="0">
                <a:solidFill>
                  <a:schemeClr val="bg1"/>
                </a:solidFill>
              </a:rPr>
              <a:t>사실 효과음 테이블도 </a:t>
            </a:r>
            <a:r>
              <a:rPr lang="en-US" altLang="ko-KR" sz="1200" dirty="0">
                <a:solidFill>
                  <a:schemeClr val="bg1"/>
                </a:solidFill>
              </a:rPr>
              <a:t>csv </a:t>
            </a:r>
            <a:r>
              <a:rPr lang="ko-KR" altLang="en-US" sz="1200" dirty="0">
                <a:solidFill>
                  <a:schemeClr val="bg1"/>
                </a:solidFill>
              </a:rPr>
              <a:t>파일로 </a:t>
            </a:r>
            <a:r>
              <a:rPr lang="ko-KR" altLang="en-US" sz="1200" dirty="0" err="1">
                <a:solidFill>
                  <a:schemeClr val="bg1"/>
                </a:solidFill>
              </a:rPr>
              <a:t>리임포트</a:t>
            </a:r>
            <a:r>
              <a:rPr lang="ko-KR" altLang="en-US" sz="1200" dirty="0">
                <a:solidFill>
                  <a:schemeClr val="bg1"/>
                </a:solidFill>
              </a:rPr>
              <a:t> 할 수 있는데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음악들은 </a:t>
            </a:r>
            <a:r>
              <a:rPr lang="ko-KR" altLang="en-US" sz="1200" dirty="0" err="1">
                <a:solidFill>
                  <a:schemeClr val="bg1"/>
                </a:solidFill>
              </a:rPr>
              <a:t>언리얼에서</a:t>
            </a:r>
            <a:r>
              <a:rPr lang="ko-KR" altLang="en-US" sz="1200" dirty="0">
                <a:solidFill>
                  <a:schemeClr val="bg1"/>
                </a:solidFill>
              </a:rPr>
              <a:t> 직접 </a:t>
            </a:r>
            <a:r>
              <a:rPr lang="ko-KR" altLang="en-US" sz="1200" dirty="0" err="1">
                <a:solidFill>
                  <a:schemeClr val="bg1"/>
                </a:solidFill>
              </a:rPr>
              <a:t>수정하는게</a:t>
            </a:r>
            <a:r>
              <a:rPr lang="ko-KR" altLang="en-US" sz="1200" dirty="0">
                <a:solidFill>
                  <a:schemeClr val="bg1"/>
                </a:solidFill>
              </a:rPr>
              <a:t> 편의성이 높아서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ko-KR" altLang="en-US" sz="1200" dirty="0" err="1">
                <a:solidFill>
                  <a:schemeClr val="bg1"/>
                </a:solidFill>
              </a:rPr>
              <a:t>언리얼로</a:t>
            </a:r>
            <a:r>
              <a:rPr lang="ko-KR" altLang="en-US" sz="1200" dirty="0">
                <a:solidFill>
                  <a:schemeClr val="bg1"/>
                </a:solidFill>
              </a:rPr>
              <a:t> 입력 하고 있습니다</a:t>
            </a:r>
            <a:r>
              <a:rPr lang="en-US" altLang="ko-KR" sz="1200" dirty="0">
                <a:solidFill>
                  <a:schemeClr val="bg1"/>
                </a:solidFill>
              </a:rPr>
              <a:t>. Csv </a:t>
            </a:r>
            <a:r>
              <a:rPr lang="ko-KR" altLang="en-US" sz="1200" dirty="0">
                <a:solidFill>
                  <a:schemeClr val="bg1"/>
                </a:solidFill>
              </a:rPr>
              <a:t>파일도 최신화는 </a:t>
            </a:r>
            <a:r>
              <a:rPr lang="ko-KR" altLang="en-US" sz="1200" dirty="0" err="1">
                <a:solidFill>
                  <a:schemeClr val="bg1"/>
                </a:solidFill>
              </a:rPr>
              <a:t>해두었어서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csv</a:t>
            </a:r>
            <a:r>
              <a:rPr lang="ko-KR" altLang="en-US" sz="1200" dirty="0">
                <a:solidFill>
                  <a:schemeClr val="bg1"/>
                </a:solidFill>
              </a:rPr>
              <a:t>파일을 수정하고 </a:t>
            </a:r>
            <a:r>
              <a:rPr lang="ko-KR" altLang="en-US" sz="1200" dirty="0" err="1">
                <a:solidFill>
                  <a:schemeClr val="bg1"/>
                </a:solidFill>
              </a:rPr>
              <a:t>리임포트</a:t>
            </a:r>
            <a:r>
              <a:rPr lang="ko-KR" altLang="en-US" sz="1200" dirty="0">
                <a:solidFill>
                  <a:schemeClr val="bg1"/>
                </a:solidFill>
              </a:rPr>
              <a:t> 해도 상관 없습니다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r>
              <a:rPr lang="ko-KR" altLang="en-US" sz="1200" dirty="0">
                <a:solidFill>
                  <a:schemeClr val="bg1"/>
                </a:solidFill>
              </a:rPr>
              <a:t>이건 관리자 편한대로 업데이트 하면 </a:t>
            </a:r>
            <a:r>
              <a:rPr lang="ko-KR" altLang="en-US" sz="1200" dirty="0" err="1">
                <a:solidFill>
                  <a:schemeClr val="bg1"/>
                </a:solidFill>
              </a:rPr>
              <a:t>될거</a:t>
            </a:r>
            <a:r>
              <a:rPr lang="ko-KR" altLang="en-US" sz="1200" dirty="0">
                <a:solidFill>
                  <a:schemeClr val="bg1"/>
                </a:solidFill>
              </a:rPr>
              <a:t> 같습니다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987005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83C6C17-59AF-E8B7-50DA-98EEC5EC53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7E1B65A-2D84-F01B-165E-150D7902B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221" y="766939"/>
            <a:ext cx="6874268" cy="411478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4E9B3161-E4E6-E87F-2244-EBB6E1ABB779}"/>
              </a:ext>
            </a:extLst>
          </p:cNvPr>
          <p:cNvSpPr/>
          <p:nvPr/>
        </p:nvSpPr>
        <p:spPr>
          <a:xfrm>
            <a:off x="2538918" y="1186773"/>
            <a:ext cx="408563" cy="2140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Google Shape;78;p5">
            <a:extLst>
              <a:ext uri="{FF2B5EF4-FFF2-40B4-BE49-F238E27FC236}">
                <a16:creationId xmlns:a16="http://schemas.microsoft.com/office/drawing/2014/main" id="{E5572F94-5BEE-DF03-2893-18A0C6F912B3}"/>
              </a:ext>
            </a:extLst>
          </p:cNvPr>
          <p:cNvSpPr txBox="1">
            <a:spLocks/>
          </p:cNvSpPr>
          <p:nvPr/>
        </p:nvSpPr>
        <p:spPr>
          <a:xfrm>
            <a:off x="311700" y="-3600"/>
            <a:ext cx="8520600" cy="6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ct val="111111"/>
            </a:pPr>
            <a:r>
              <a:rPr lang="en-US" altLang="ko-KR" dirty="0">
                <a:latin typeface="+mn-ea"/>
                <a:ea typeface="+mn-ea"/>
              </a:rPr>
              <a:t>-</a:t>
            </a:r>
            <a:r>
              <a:rPr lang="ko-KR" altLang="en-US" dirty="0">
                <a:latin typeface="+mn-ea"/>
                <a:ea typeface="+mn-ea"/>
              </a:rPr>
              <a:t>예제</a:t>
            </a:r>
            <a:r>
              <a:rPr lang="en-US" altLang="ko-KR" dirty="0">
                <a:latin typeface="+mn-ea"/>
                <a:ea typeface="+mn-ea"/>
              </a:rPr>
              <a:t>1, </a:t>
            </a:r>
            <a:r>
              <a:rPr lang="ko-KR" altLang="en-US" dirty="0">
                <a:latin typeface="+mn-ea"/>
                <a:ea typeface="+mn-ea"/>
              </a:rPr>
              <a:t>효과음 넣기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E91E41-454B-6BA5-3FF9-38C01FB12A78}"/>
              </a:ext>
            </a:extLst>
          </p:cNvPr>
          <p:cNvSpPr txBox="1"/>
          <p:nvPr/>
        </p:nvSpPr>
        <p:spPr>
          <a:xfrm>
            <a:off x="0" y="4663217"/>
            <a:ext cx="9144000" cy="46166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Add </a:t>
            </a:r>
            <a:r>
              <a:rPr lang="ko-KR" altLang="en-US" sz="1200" dirty="0">
                <a:solidFill>
                  <a:schemeClr val="bg1"/>
                </a:solidFill>
              </a:rPr>
              <a:t>버튼을 눌러서 행을 추가하고</a:t>
            </a:r>
            <a:r>
              <a:rPr lang="en-US" altLang="ko-KR" sz="1200" dirty="0">
                <a:solidFill>
                  <a:schemeClr val="bg1"/>
                </a:solidFill>
              </a:rPr>
              <a:t>,</a:t>
            </a:r>
          </a:p>
          <a:p>
            <a:r>
              <a:rPr lang="en-US" altLang="ko-KR" sz="1200" dirty="0" err="1">
                <a:solidFill>
                  <a:schemeClr val="bg1"/>
                </a:solidFill>
              </a:rPr>
              <a:t>RowName</a:t>
            </a:r>
            <a:r>
              <a:rPr lang="ko-KR" altLang="en-US" sz="1200" dirty="0">
                <a:solidFill>
                  <a:schemeClr val="bg1"/>
                </a:solidFill>
              </a:rPr>
              <a:t>에 링크 이름을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사운드 </a:t>
            </a:r>
            <a:r>
              <a:rPr lang="en-US" altLang="ko-KR" sz="1200" dirty="0">
                <a:solidFill>
                  <a:schemeClr val="bg1"/>
                </a:solidFill>
              </a:rPr>
              <a:t>wave</a:t>
            </a:r>
            <a:r>
              <a:rPr lang="ko-KR" altLang="en-US" sz="1200" dirty="0">
                <a:solidFill>
                  <a:schemeClr val="bg1"/>
                </a:solidFill>
              </a:rPr>
              <a:t>는 아래 박스에 아까 추가한 </a:t>
            </a:r>
            <a:r>
              <a:rPr lang="en-US" altLang="ko-KR" sz="1200" dirty="0">
                <a:solidFill>
                  <a:schemeClr val="bg1"/>
                </a:solidFill>
              </a:rPr>
              <a:t>wav </a:t>
            </a:r>
            <a:r>
              <a:rPr lang="ko-KR" altLang="en-US" sz="1200" dirty="0" err="1">
                <a:solidFill>
                  <a:schemeClr val="bg1"/>
                </a:solidFill>
              </a:rPr>
              <a:t>어셋을</a:t>
            </a:r>
            <a:r>
              <a:rPr lang="ko-KR" altLang="en-US" sz="1200" dirty="0">
                <a:solidFill>
                  <a:schemeClr val="bg1"/>
                </a:solidFill>
              </a:rPr>
              <a:t> 끌어오면 입력 완료</a:t>
            </a:r>
            <a:r>
              <a:rPr lang="en-US" altLang="ko-KR" sz="1200" dirty="0">
                <a:solidFill>
                  <a:schemeClr val="bg1"/>
                </a:solidFill>
              </a:rPr>
              <a:t>! </a:t>
            </a:r>
            <a:r>
              <a:rPr lang="ko-KR" altLang="en-US" sz="1200" dirty="0">
                <a:solidFill>
                  <a:schemeClr val="bg1"/>
                </a:solidFill>
              </a:rPr>
              <a:t>해당 파일을 세이브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6D534C7-7B58-E046-3557-6AD005F0D80C}"/>
              </a:ext>
            </a:extLst>
          </p:cNvPr>
          <p:cNvSpPr/>
          <p:nvPr/>
        </p:nvSpPr>
        <p:spPr>
          <a:xfrm>
            <a:off x="3790544" y="4162552"/>
            <a:ext cx="363168" cy="3346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7598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83C6C17-59AF-E8B7-50DA-98EEC5EC53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21</a:t>
            </a:fld>
            <a:endParaRPr lang="en-US"/>
          </a:p>
        </p:txBody>
      </p:sp>
      <p:sp>
        <p:nvSpPr>
          <p:cNvPr id="7" name="Google Shape;78;p5">
            <a:extLst>
              <a:ext uri="{FF2B5EF4-FFF2-40B4-BE49-F238E27FC236}">
                <a16:creationId xmlns:a16="http://schemas.microsoft.com/office/drawing/2014/main" id="{E5572F94-5BEE-DF03-2893-18A0C6F912B3}"/>
              </a:ext>
            </a:extLst>
          </p:cNvPr>
          <p:cNvSpPr txBox="1">
            <a:spLocks/>
          </p:cNvSpPr>
          <p:nvPr/>
        </p:nvSpPr>
        <p:spPr>
          <a:xfrm>
            <a:off x="311700" y="-3600"/>
            <a:ext cx="8520600" cy="6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ct val="111111"/>
            </a:pPr>
            <a:r>
              <a:rPr lang="en-US" altLang="ko-KR" dirty="0">
                <a:latin typeface="+mn-ea"/>
                <a:ea typeface="+mn-ea"/>
              </a:rPr>
              <a:t>-</a:t>
            </a:r>
            <a:r>
              <a:rPr lang="ko-KR" altLang="en-US" dirty="0">
                <a:latin typeface="+mn-ea"/>
                <a:ea typeface="+mn-ea"/>
              </a:rPr>
              <a:t>예제</a:t>
            </a:r>
            <a:r>
              <a:rPr lang="en-US" altLang="ko-KR" dirty="0">
                <a:latin typeface="+mn-ea"/>
                <a:ea typeface="+mn-ea"/>
              </a:rPr>
              <a:t>1, </a:t>
            </a:r>
            <a:r>
              <a:rPr lang="ko-KR" altLang="en-US" dirty="0">
                <a:latin typeface="+mn-ea"/>
                <a:ea typeface="+mn-ea"/>
              </a:rPr>
              <a:t>효과음</a:t>
            </a:r>
            <a:r>
              <a:rPr lang="en-US" altLang="ko-KR" dirty="0">
                <a:latin typeface="+mn-ea"/>
                <a:ea typeface="+mn-ea"/>
              </a:rPr>
              <a:t>/</a:t>
            </a:r>
            <a:r>
              <a:rPr lang="ko-KR" altLang="en-US" dirty="0">
                <a:latin typeface="+mn-ea"/>
                <a:ea typeface="+mn-ea"/>
              </a:rPr>
              <a:t>배경음악</a:t>
            </a:r>
            <a:r>
              <a:rPr lang="en-US" altLang="ko-KR" dirty="0">
                <a:latin typeface="+mn-ea"/>
                <a:ea typeface="+mn-ea"/>
              </a:rPr>
              <a:t>/</a:t>
            </a:r>
            <a:r>
              <a:rPr lang="ko-KR" altLang="en-US" dirty="0" err="1">
                <a:latin typeface="+mn-ea"/>
                <a:ea typeface="+mn-ea"/>
              </a:rPr>
              <a:t>환경음</a:t>
            </a:r>
            <a:r>
              <a:rPr lang="ko-KR" altLang="en-US" dirty="0">
                <a:latin typeface="+mn-ea"/>
                <a:ea typeface="+mn-ea"/>
              </a:rPr>
              <a:t> 넣기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E91E41-454B-6BA5-3FF9-38C01FB12A78}"/>
              </a:ext>
            </a:extLst>
          </p:cNvPr>
          <p:cNvSpPr txBox="1"/>
          <p:nvPr/>
        </p:nvSpPr>
        <p:spPr>
          <a:xfrm>
            <a:off x="0" y="1635600"/>
            <a:ext cx="9144000" cy="46166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해당 파일을 </a:t>
            </a:r>
            <a:r>
              <a:rPr lang="en-US" altLang="ko-KR" sz="1200" dirty="0" err="1">
                <a:solidFill>
                  <a:schemeClr val="bg1"/>
                </a:solidFill>
              </a:rPr>
              <a:t>MainforEdit_Chapter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테이블에서 참조하여 사용하면 효과음이 재생됩니다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r>
              <a:rPr lang="ko-KR" altLang="en-US" sz="1200" dirty="0">
                <a:solidFill>
                  <a:schemeClr val="bg1"/>
                </a:solidFill>
              </a:rPr>
              <a:t>배경음악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환경음도 동일한 방법으로 업데이트</a:t>
            </a:r>
            <a:r>
              <a:rPr lang="en-US" altLang="ko-KR" sz="1200" dirty="0">
                <a:solidFill>
                  <a:schemeClr val="bg1"/>
                </a:solidFill>
              </a:rPr>
              <a:t>. </a:t>
            </a:r>
            <a:r>
              <a:rPr lang="ko-KR" altLang="en-US" sz="1200" dirty="0">
                <a:solidFill>
                  <a:schemeClr val="bg1"/>
                </a:solidFill>
              </a:rPr>
              <a:t>단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배경음악과 환경음은 </a:t>
            </a:r>
            <a:r>
              <a:rPr lang="en-US" altLang="ko-KR" sz="1200" dirty="0">
                <a:solidFill>
                  <a:schemeClr val="bg1"/>
                </a:solidFill>
              </a:rPr>
              <a:t>On/Off</a:t>
            </a:r>
            <a:r>
              <a:rPr lang="ko-KR" altLang="en-US" sz="1200" dirty="0">
                <a:solidFill>
                  <a:schemeClr val="bg1"/>
                </a:solidFill>
              </a:rPr>
              <a:t>를 따로 체크합니다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33664E2-DFAF-1B1F-512C-5D244C3337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3074" y="780119"/>
            <a:ext cx="6277851" cy="29531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8FF6764-CEC9-582B-E52F-43F3605327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2417" y="1169754"/>
            <a:ext cx="4039164" cy="37152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85E1BEBB-4BA3-3371-6190-D4F630D572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326" y="2119872"/>
            <a:ext cx="3367827" cy="2520737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08ED75D3-0A22-4A08-7598-BD396F0A6C2E}"/>
              </a:ext>
            </a:extLst>
          </p:cNvPr>
          <p:cNvSpPr/>
          <p:nvPr/>
        </p:nvSpPr>
        <p:spPr>
          <a:xfrm>
            <a:off x="1228792" y="2119872"/>
            <a:ext cx="278995" cy="15632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987DA51-B619-734D-40F0-778B5513806B}"/>
              </a:ext>
            </a:extLst>
          </p:cNvPr>
          <p:cNvSpPr/>
          <p:nvPr/>
        </p:nvSpPr>
        <p:spPr>
          <a:xfrm>
            <a:off x="484326" y="4179275"/>
            <a:ext cx="2190780" cy="1841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932D75-CEFA-9684-82B1-48FF1BA3724F}"/>
              </a:ext>
            </a:extLst>
          </p:cNvPr>
          <p:cNvSpPr txBox="1"/>
          <p:nvPr/>
        </p:nvSpPr>
        <p:spPr>
          <a:xfrm>
            <a:off x="0" y="4675054"/>
            <a:ext cx="9144000" cy="27699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그래서 </a:t>
            </a:r>
            <a:r>
              <a:rPr lang="en-US" altLang="ko-KR" sz="1200" dirty="0">
                <a:solidFill>
                  <a:schemeClr val="bg1"/>
                </a:solidFill>
              </a:rPr>
              <a:t>On</a:t>
            </a:r>
            <a:r>
              <a:rPr lang="ko-KR" altLang="en-US" sz="1200" dirty="0">
                <a:solidFill>
                  <a:schemeClr val="bg1"/>
                </a:solidFill>
              </a:rPr>
              <a:t>을 호출하면 반복 재생하고 </a:t>
            </a:r>
            <a:r>
              <a:rPr lang="en-US" altLang="ko-KR" sz="1200" dirty="0">
                <a:solidFill>
                  <a:schemeClr val="bg1"/>
                </a:solidFill>
              </a:rPr>
              <a:t>Off</a:t>
            </a:r>
            <a:r>
              <a:rPr lang="ko-KR" altLang="en-US" sz="1200" dirty="0">
                <a:solidFill>
                  <a:schemeClr val="bg1"/>
                </a:solidFill>
              </a:rPr>
              <a:t>를 호출하면 끕니다</a:t>
            </a:r>
            <a:r>
              <a:rPr lang="en-US" altLang="ko-KR" sz="1200" dirty="0">
                <a:solidFill>
                  <a:schemeClr val="bg1"/>
                </a:solidFill>
              </a:rPr>
              <a:t>. </a:t>
            </a:r>
            <a:r>
              <a:rPr lang="ko-KR" altLang="en-US" sz="1200" dirty="0">
                <a:solidFill>
                  <a:schemeClr val="bg1"/>
                </a:solidFill>
              </a:rPr>
              <a:t>효과음은 </a:t>
            </a:r>
            <a:r>
              <a:rPr lang="en-US" altLang="ko-KR" sz="1200" dirty="0">
                <a:solidFill>
                  <a:schemeClr val="bg1"/>
                </a:solidFill>
              </a:rPr>
              <a:t>1</a:t>
            </a:r>
            <a:r>
              <a:rPr lang="ko-KR" altLang="en-US" sz="1200" dirty="0">
                <a:solidFill>
                  <a:schemeClr val="bg1"/>
                </a:solidFill>
              </a:rPr>
              <a:t>회만 </a:t>
            </a:r>
            <a:r>
              <a:rPr lang="ko-KR" altLang="en-US" sz="1200" dirty="0" err="1">
                <a:solidFill>
                  <a:schemeClr val="bg1"/>
                </a:solidFill>
              </a:rPr>
              <a:t>재생되서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Off</a:t>
            </a:r>
            <a:r>
              <a:rPr lang="ko-KR" altLang="en-US" sz="1200" dirty="0">
                <a:solidFill>
                  <a:schemeClr val="bg1"/>
                </a:solidFill>
              </a:rPr>
              <a:t>가 없습니다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9347B64F-8C27-6AAF-2D36-BB47436C31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999" y="2816758"/>
            <a:ext cx="3191320" cy="70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6006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F355F175-7BE1-1DE8-0F70-6E5D90A01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60536"/>
            <a:ext cx="9144000" cy="775730"/>
          </a:xfrm>
          <a:prstGeom prst="rect">
            <a:avLst/>
          </a:prstGeom>
        </p:spPr>
      </p:pic>
      <p:sp>
        <p:nvSpPr>
          <p:cNvPr id="7" name="Google Shape;78;p5">
            <a:extLst>
              <a:ext uri="{FF2B5EF4-FFF2-40B4-BE49-F238E27FC236}">
                <a16:creationId xmlns:a16="http://schemas.microsoft.com/office/drawing/2014/main" id="{E5572F94-5BEE-DF03-2893-18A0C6F912B3}"/>
              </a:ext>
            </a:extLst>
          </p:cNvPr>
          <p:cNvSpPr txBox="1">
            <a:spLocks/>
          </p:cNvSpPr>
          <p:nvPr/>
        </p:nvSpPr>
        <p:spPr>
          <a:xfrm>
            <a:off x="311700" y="-3600"/>
            <a:ext cx="8520600" cy="6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ct val="111111"/>
            </a:pPr>
            <a:r>
              <a:rPr lang="en-US" altLang="ko-KR" dirty="0">
                <a:latin typeface="+mn-ea"/>
                <a:ea typeface="+mn-ea"/>
              </a:rPr>
              <a:t>-</a:t>
            </a:r>
            <a:r>
              <a:rPr lang="ko-KR" altLang="en-US" dirty="0">
                <a:latin typeface="+mn-ea"/>
                <a:ea typeface="+mn-ea"/>
              </a:rPr>
              <a:t>예제</a:t>
            </a:r>
            <a:r>
              <a:rPr lang="en-US" altLang="ko-KR" dirty="0">
                <a:latin typeface="+mn-ea"/>
                <a:ea typeface="+mn-ea"/>
              </a:rPr>
              <a:t>2, </a:t>
            </a:r>
            <a:r>
              <a:rPr lang="ko-KR" altLang="en-US" dirty="0">
                <a:latin typeface="+mn-ea"/>
                <a:ea typeface="+mn-ea"/>
              </a:rPr>
              <a:t>선택지 넣기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784ED68-AA86-16EE-F20D-1F359EFFD9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03709"/>
            <a:ext cx="9144000" cy="5824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99AD73-25A6-E664-9C8A-7664BF5C6E6C}"/>
              </a:ext>
            </a:extLst>
          </p:cNvPr>
          <p:cNvSpPr txBox="1"/>
          <p:nvPr/>
        </p:nvSpPr>
        <p:spPr>
          <a:xfrm>
            <a:off x="0" y="1468046"/>
            <a:ext cx="9144000" cy="27699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선택지는 </a:t>
            </a:r>
            <a:r>
              <a:rPr lang="ko-KR" altLang="en-US" sz="1200" dirty="0" err="1">
                <a:solidFill>
                  <a:schemeClr val="bg1"/>
                </a:solidFill>
              </a:rPr>
              <a:t>노티스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ko-KR" altLang="en-US" sz="1200" dirty="0">
                <a:solidFill>
                  <a:schemeClr val="bg1"/>
                </a:solidFill>
              </a:rPr>
              <a:t>물음표 </a:t>
            </a:r>
            <a:r>
              <a:rPr lang="ko-KR" altLang="en-US" sz="1200" dirty="0" err="1">
                <a:solidFill>
                  <a:schemeClr val="bg1"/>
                </a:solidFill>
              </a:rPr>
              <a:t>띵똥이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  <a:r>
              <a:rPr lang="ko-KR" altLang="en-US" sz="1200" dirty="0">
                <a:solidFill>
                  <a:schemeClr val="bg1"/>
                </a:solidFill>
              </a:rPr>
              <a:t>와 늘 함께 합니다</a:t>
            </a:r>
            <a:r>
              <a:rPr lang="en-US" altLang="ko-KR" sz="1200" dirty="0">
                <a:solidFill>
                  <a:schemeClr val="bg1"/>
                </a:solidFill>
              </a:rPr>
              <a:t>. </a:t>
            </a:r>
            <a:r>
              <a:rPr lang="ko-KR" altLang="en-US" sz="1200" dirty="0">
                <a:solidFill>
                  <a:schemeClr val="bg1"/>
                </a:solidFill>
              </a:rPr>
              <a:t>인덱스에는 선택지 위에 물음표 좌표를 위치시킵니다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C04CFA8-305F-C58F-7EA3-6A027E7E9C60}"/>
              </a:ext>
            </a:extLst>
          </p:cNvPr>
          <p:cNvSpPr/>
          <p:nvPr/>
        </p:nvSpPr>
        <p:spPr>
          <a:xfrm>
            <a:off x="0" y="795099"/>
            <a:ext cx="9144000" cy="1086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8268647-BF8C-1D9D-83BB-9DF367833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26961"/>
            <a:ext cx="9144000" cy="582421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50ADED54-133B-41A8-FA00-AB5585118867}"/>
              </a:ext>
            </a:extLst>
          </p:cNvPr>
          <p:cNvSpPr/>
          <p:nvPr/>
        </p:nvSpPr>
        <p:spPr>
          <a:xfrm>
            <a:off x="0" y="2110251"/>
            <a:ext cx="9144000" cy="26234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6B438F-3CA4-C198-9348-0F1D582C998C}"/>
              </a:ext>
            </a:extLst>
          </p:cNvPr>
          <p:cNvSpPr txBox="1"/>
          <p:nvPr/>
        </p:nvSpPr>
        <p:spPr>
          <a:xfrm>
            <a:off x="0" y="2509463"/>
            <a:ext cx="9144000" cy="138499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선택지의 인덱스는 해당 선택지의 차수를 나타내며</a:t>
            </a:r>
            <a:r>
              <a:rPr lang="en-US" altLang="ko-KR" sz="1200" dirty="0">
                <a:solidFill>
                  <a:schemeClr val="bg1"/>
                </a:solidFill>
              </a:rPr>
              <a:t>,</a:t>
            </a:r>
          </a:p>
          <a:p>
            <a:r>
              <a:rPr lang="ko-KR" altLang="en-US" sz="1200" dirty="0" err="1">
                <a:solidFill>
                  <a:schemeClr val="bg1"/>
                </a:solidFill>
              </a:rPr>
              <a:t>밸류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1</a:t>
            </a:r>
            <a:r>
              <a:rPr lang="ko-KR" altLang="en-US" sz="1200" dirty="0">
                <a:solidFill>
                  <a:schemeClr val="bg1"/>
                </a:solidFill>
              </a:rPr>
              <a:t>은  선택지 위치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ko-KR" altLang="en-US" sz="1200" dirty="0" err="1">
                <a:solidFill>
                  <a:schemeClr val="bg1"/>
                </a:solidFill>
              </a:rPr>
              <a:t>밸류</a:t>
            </a:r>
            <a:r>
              <a:rPr lang="en-US" altLang="ko-KR" sz="1200" dirty="0">
                <a:solidFill>
                  <a:schemeClr val="bg1"/>
                </a:solidFill>
              </a:rPr>
              <a:t> 3</a:t>
            </a:r>
            <a:r>
              <a:rPr lang="ko-KR" altLang="en-US" sz="1200" dirty="0">
                <a:solidFill>
                  <a:schemeClr val="bg1"/>
                </a:solidFill>
              </a:rPr>
              <a:t>은 선택지 </a:t>
            </a:r>
            <a:r>
              <a:rPr lang="en-US" altLang="ko-KR" sz="1200" dirty="0">
                <a:solidFill>
                  <a:schemeClr val="bg1"/>
                </a:solidFill>
              </a:rPr>
              <a:t>1</a:t>
            </a:r>
            <a:r>
              <a:rPr lang="ko-KR" altLang="en-US" sz="1200" dirty="0">
                <a:solidFill>
                  <a:schemeClr val="bg1"/>
                </a:solidFill>
              </a:rPr>
              <a:t>의 문구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ko-KR" altLang="en-US" sz="1200" dirty="0">
                <a:solidFill>
                  <a:schemeClr val="bg1"/>
                </a:solidFill>
              </a:rPr>
              <a:t>상단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</a:p>
          <a:p>
            <a:r>
              <a:rPr lang="ko-KR" altLang="en-US" sz="1200" dirty="0" err="1">
                <a:solidFill>
                  <a:schemeClr val="bg1"/>
                </a:solidFill>
              </a:rPr>
              <a:t>밸류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4</a:t>
            </a:r>
            <a:r>
              <a:rPr lang="ko-KR" altLang="en-US" sz="1200" dirty="0">
                <a:solidFill>
                  <a:schemeClr val="bg1"/>
                </a:solidFill>
              </a:rPr>
              <a:t>는 선택지 </a:t>
            </a:r>
            <a:r>
              <a:rPr lang="en-US" altLang="ko-KR" sz="1200" dirty="0">
                <a:solidFill>
                  <a:schemeClr val="bg1"/>
                </a:solidFill>
              </a:rPr>
              <a:t>2</a:t>
            </a:r>
            <a:r>
              <a:rPr lang="ko-KR" altLang="en-US" sz="1200" dirty="0">
                <a:solidFill>
                  <a:schemeClr val="bg1"/>
                </a:solidFill>
              </a:rPr>
              <a:t>의 문구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ko-KR" altLang="en-US" sz="1200" dirty="0">
                <a:solidFill>
                  <a:schemeClr val="bg1"/>
                </a:solidFill>
              </a:rPr>
              <a:t>하단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</a:p>
          <a:p>
            <a:r>
              <a:rPr lang="ko-KR" altLang="en-US" sz="1200" dirty="0" err="1">
                <a:solidFill>
                  <a:schemeClr val="bg1"/>
                </a:solidFill>
              </a:rPr>
              <a:t>밸류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5</a:t>
            </a:r>
            <a:r>
              <a:rPr lang="ko-KR" altLang="en-US" sz="1200" dirty="0">
                <a:solidFill>
                  <a:schemeClr val="bg1"/>
                </a:solidFill>
              </a:rPr>
              <a:t>는 선택지 </a:t>
            </a:r>
            <a:r>
              <a:rPr lang="en-US" altLang="ko-KR" sz="1200" dirty="0">
                <a:solidFill>
                  <a:schemeClr val="bg1"/>
                </a:solidFill>
              </a:rPr>
              <a:t>1</a:t>
            </a:r>
            <a:r>
              <a:rPr lang="ko-KR" altLang="en-US" sz="1200" dirty="0">
                <a:solidFill>
                  <a:schemeClr val="bg1"/>
                </a:solidFill>
              </a:rPr>
              <a:t>을 선택했을 때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다음 </a:t>
            </a:r>
            <a:r>
              <a:rPr lang="ko-KR" altLang="en-US" sz="1200" dirty="0" err="1">
                <a:solidFill>
                  <a:schemeClr val="bg1"/>
                </a:solidFill>
              </a:rPr>
              <a:t>로우네임부터</a:t>
            </a:r>
            <a:r>
              <a:rPr lang="ko-KR" altLang="en-US" sz="1200" dirty="0">
                <a:solidFill>
                  <a:schemeClr val="bg1"/>
                </a:solidFill>
              </a:rPr>
              <a:t> 연출 재생 시작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ko-KR" altLang="en-US" sz="1200" dirty="0">
                <a:solidFill>
                  <a:schemeClr val="bg1"/>
                </a:solidFill>
              </a:rPr>
              <a:t>점프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</a:p>
          <a:p>
            <a:r>
              <a:rPr lang="ko-KR" altLang="en-US" sz="1200" dirty="0" err="1">
                <a:solidFill>
                  <a:schemeClr val="bg1"/>
                </a:solidFill>
              </a:rPr>
              <a:t>밸류</a:t>
            </a:r>
            <a:r>
              <a:rPr lang="en-US" altLang="ko-KR" sz="1200" dirty="0">
                <a:solidFill>
                  <a:schemeClr val="bg1"/>
                </a:solidFill>
              </a:rPr>
              <a:t> 6</a:t>
            </a:r>
            <a:r>
              <a:rPr lang="ko-KR" altLang="en-US" sz="1200" dirty="0">
                <a:solidFill>
                  <a:schemeClr val="bg1"/>
                </a:solidFill>
              </a:rPr>
              <a:t>은 선택지 </a:t>
            </a:r>
            <a:r>
              <a:rPr lang="en-US" altLang="ko-KR" sz="1200" dirty="0">
                <a:solidFill>
                  <a:schemeClr val="bg1"/>
                </a:solidFill>
              </a:rPr>
              <a:t>2</a:t>
            </a:r>
            <a:r>
              <a:rPr lang="ko-KR" altLang="en-US" sz="1200" dirty="0">
                <a:solidFill>
                  <a:schemeClr val="bg1"/>
                </a:solidFill>
              </a:rPr>
              <a:t>를 선택했을 때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다음 </a:t>
            </a:r>
            <a:r>
              <a:rPr lang="ko-KR" altLang="en-US" sz="1200" dirty="0" err="1">
                <a:solidFill>
                  <a:schemeClr val="bg1"/>
                </a:solidFill>
              </a:rPr>
              <a:t>로우네임부터</a:t>
            </a:r>
            <a:r>
              <a:rPr lang="ko-KR" altLang="en-US" sz="1200" dirty="0">
                <a:solidFill>
                  <a:schemeClr val="bg1"/>
                </a:solidFill>
              </a:rPr>
              <a:t> 연출 재생 시작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ko-KR" altLang="en-US" sz="1200" dirty="0">
                <a:solidFill>
                  <a:schemeClr val="bg1"/>
                </a:solidFill>
              </a:rPr>
              <a:t>점프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</a:p>
          <a:p>
            <a:r>
              <a:rPr lang="ko-KR" altLang="en-US" sz="1200" dirty="0" err="1">
                <a:solidFill>
                  <a:schemeClr val="bg1"/>
                </a:solidFill>
              </a:rPr>
              <a:t>밸류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7, 8</a:t>
            </a:r>
            <a:r>
              <a:rPr lang="ko-KR" altLang="en-US" sz="1200" dirty="0">
                <a:solidFill>
                  <a:schemeClr val="bg1"/>
                </a:solidFill>
              </a:rPr>
              <a:t>은 선택지 관련 도전과제 참조 명칭입니다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45EF7F7-8E73-073E-DF8B-C80965D39395}"/>
              </a:ext>
            </a:extLst>
          </p:cNvPr>
          <p:cNvSpPr/>
          <p:nvPr/>
        </p:nvSpPr>
        <p:spPr>
          <a:xfrm>
            <a:off x="0" y="4220924"/>
            <a:ext cx="9144000" cy="1086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083C4BA-0CAA-5888-3079-CB638A7F0B25}"/>
              </a:ext>
            </a:extLst>
          </p:cNvPr>
          <p:cNvSpPr/>
          <p:nvPr/>
        </p:nvSpPr>
        <p:spPr>
          <a:xfrm>
            <a:off x="0" y="4607423"/>
            <a:ext cx="9144000" cy="1086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3A20E92-20FC-9C9D-F6C8-1DA1DDFA5F35}"/>
              </a:ext>
            </a:extLst>
          </p:cNvPr>
          <p:cNvSpPr txBox="1"/>
          <p:nvPr/>
        </p:nvSpPr>
        <p:spPr>
          <a:xfrm>
            <a:off x="0" y="4870304"/>
            <a:ext cx="9144000" cy="27699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선택 이후의 행은 무조건 </a:t>
            </a:r>
            <a:r>
              <a:rPr lang="ko-KR" altLang="en-US" sz="1200" dirty="0" err="1">
                <a:solidFill>
                  <a:schemeClr val="bg1"/>
                </a:solidFill>
              </a:rPr>
              <a:t>노티스를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</a:rPr>
              <a:t>꺼야합니다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526423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F355F175-7BE1-1DE8-0F70-6E5D90A01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0058"/>
            <a:ext cx="9144000" cy="775730"/>
          </a:xfrm>
          <a:prstGeom prst="rect">
            <a:avLst/>
          </a:prstGeom>
        </p:spPr>
      </p:pic>
      <p:sp>
        <p:nvSpPr>
          <p:cNvPr id="7" name="Google Shape;78;p5">
            <a:extLst>
              <a:ext uri="{FF2B5EF4-FFF2-40B4-BE49-F238E27FC236}">
                <a16:creationId xmlns:a16="http://schemas.microsoft.com/office/drawing/2014/main" id="{E5572F94-5BEE-DF03-2893-18A0C6F912B3}"/>
              </a:ext>
            </a:extLst>
          </p:cNvPr>
          <p:cNvSpPr txBox="1">
            <a:spLocks/>
          </p:cNvSpPr>
          <p:nvPr/>
        </p:nvSpPr>
        <p:spPr>
          <a:xfrm>
            <a:off x="311700" y="-3600"/>
            <a:ext cx="8520600" cy="6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ct val="111111"/>
            </a:pPr>
            <a:r>
              <a:rPr lang="en-US" altLang="ko-KR" dirty="0">
                <a:latin typeface="+mn-ea"/>
                <a:ea typeface="+mn-ea"/>
              </a:rPr>
              <a:t>-</a:t>
            </a:r>
            <a:r>
              <a:rPr lang="ko-KR" altLang="en-US" dirty="0">
                <a:latin typeface="+mn-ea"/>
                <a:ea typeface="+mn-ea"/>
              </a:rPr>
              <a:t>예제</a:t>
            </a:r>
            <a:r>
              <a:rPr lang="en-US" altLang="ko-KR" dirty="0">
                <a:latin typeface="+mn-ea"/>
                <a:ea typeface="+mn-ea"/>
              </a:rPr>
              <a:t>2, </a:t>
            </a:r>
            <a:r>
              <a:rPr lang="ko-KR" altLang="en-US" dirty="0">
                <a:latin typeface="+mn-ea"/>
                <a:ea typeface="+mn-ea"/>
              </a:rPr>
              <a:t>선택지 넣기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083C4BA-0CAA-5888-3079-CB638A7F0B25}"/>
              </a:ext>
            </a:extLst>
          </p:cNvPr>
          <p:cNvSpPr/>
          <p:nvPr/>
        </p:nvSpPr>
        <p:spPr>
          <a:xfrm>
            <a:off x="2724346" y="1355176"/>
            <a:ext cx="405353" cy="1059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3A20E92-20FC-9C9D-F6C8-1DA1DDFA5F35}"/>
              </a:ext>
            </a:extLst>
          </p:cNvPr>
          <p:cNvSpPr txBox="1"/>
          <p:nvPr/>
        </p:nvSpPr>
        <p:spPr>
          <a:xfrm>
            <a:off x="0" y="1699274"/>
            <a:ext cx="9144000" cy="46166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선택지 하나는 해당 행을 실행시키고 문구 출력 완료 후 </a:t>
            </a:r>
            <a:r>
              <a:rPr lang="en-US" altLang="ko-KR" sz="1200" dirty="0" err="1">
                <a:solidFill>
                  <a:schemeClr val="bg1"/>
                </a:solidFill>
              </a:rPr>
              <a:t>NextLink</a:t>
            </a:r>
            <a:r>
              <a:rPr lang="ko-KR" altLang="en-US" sz="1200" dirty="0">
                <a:solidFill>
                  <a:schemeClr val="bg1"/>
                </a:solidFill>
              </a:rPr>
              <a:t>를 통해 점프 시킵니다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r>
              <a:rPr lang="ko-KR" altLang="en-US" sz="1200" dirty="0">
                <a:solidFill>
                  <a:schemeClr val="bg1"/>
                </a:solidFill>
              </a:rPr>
              <a:t>순차적으로 진행하면 꼬이기 때문입니다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020696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8;p5">
            <a:extLst>
              <a:ext uri="{FF2B5EF4-FFF2-40B4-BE49-F238E27FC236}">
                <a16:creationId xmlns:a16="http://schemas.microsoft.com/office/drawing/2014/main" id="{E5572F94-5BEE-DF03-2893-18A0C6F912B3}"/>
              </a:ext>
            </a:extLst>
          </p:cNvPr>
          <p:cNvSpPr txBox="1">
            <a:spLocks/>
          </p:cNvSpPr>
          <p:nvPr/>
        </p:nvSpPr>
        <p:spPr>
          <a:xfrm>
            <a:off x="311700" y="-3600"/>
            <a:ext cx="8520600" cy="6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ct val="111111"/>
            </a:pPr>
            <a:r>
              <a:rPr lang="en-US" altLang="ko-KR" dirty="0">
                <a:latin typeface="+mn-ea"/>
                <a:ea typeface="+mn-ea"/>
              </a:rPr>
              <a:t>-</a:t>
            </a:r>
            <a:r>
              <a:rPr lang="ko-KR" altLang="en-US" dirty="0">
                <a:latin typeface="+mn-ea"/>
                <a:ea typeface="+mn-ea"/>
              </a:rPr>
              <a:t>예제</a:t>
            </a:r>
            <a:r>
              <a:rPr lang="en-US" altLang="ko-KR" dirty="0">
                <a:latin typeface="+mn-ea"/>
                <a:ea typeface="+mn-ea"/>
              </a:rPr>
              <a:t>3, </a:t>
            </a:r>
            <a:r>
              <a:rPr lang="ko-KR" altLang="en-US" dirty="0">
                <a:latin typeface="+mn-ea"/>
                <a:ea typeface="+mn-ea"/>
              </a:rPr>
              <a:t>대사 넣기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E50A3E7-8B70-3A7A-533C-F8F750BE3C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40631"/>
            <a:ext cx="9144000" cy="73917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418CDA2-8EF1-3E11-5E67-BCDDC1F69ABE}"/>
              </a:ext>
            </a:extLst>
          </p:cNvPr>
          <p:cNvSpPr txBox="1"/>
          <p:nvPr/>
        </p:nvSpPr>
        <p:spPr>
          <a:xfrm>
            <a:off x="0" y="2189468"/>
            <a:ext cx="9144000" cy="267765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1200" dirty="0" err="1">
                <a:solidFill>
                  <a:schemeClr val="bg1"/>
                </a:solidFill>
              </a:rPr>
              <a:t>스피킹</a:t>
            </a:r>
            <a:r>
              <a:rPr lang="ko-KR" altLang="en-US" sz="1200" dirty="0">
                <a:solidFill>
                  <a:schemeClr val="bg1"/>
                </a:solidFill>
              </a:rPr>
              <a:t> 카테고리로 대사를 넣을 수 있습니다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r>
              <a:rPr lang="ko-KR" altLang="en-US" sz="1200" dirty="0" err="1">
                <a:solidFill>
                  <a:schemeClr val="bg1"/>
                </a:solidFill>
              </a:rPr>
              <a:t>밸류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1</a:t>
            </a:r>
            <a:r>
              <a:rPr lang="ko-KR" altLang="en-US" sz="1200" dirty="0">
                <a:solidFill>
                  <a:schemeClr val="bg1"/>
                </a:solidFill>
              </a:rPr>
              <a:t>에는 화자의 </a:t>
            </a:r>
            <a:r>
              <a:rPr lang="ko-KR" altLang="en-US" sz="1200" dirty="0" err="1">
                <a:solidFill>
                  <a:schemeClr val="bg1"/>
                </a:solidFill>
              </a:rPr>
              <a:t>로컬라이제이션</a:t>
            </a:r>
            <a:r>
              <a:rPr lang="ko-KR" altLang="en-US" sz="1200" dirty="0">
                <a:solidFill>
                  <a:schemeClr val="bg1"/>
                </a:solidFill>
              </a:rPr>
              <a:t> 이름 인덱스를 넣습니다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r>
              <a:rPr lang="ko-KR" altLang="en-US" sz="1200" dirty="0" err="1">
                <a:solidFill>
                  <a:schemeClr val="bg1"/>
                </a:solidFill>
              </a:rPr>
              <a:t>밸류</a:t>
            </a:r>
            <a:r>
              <a:rPr lang="en-US" altLang="ko-KR" sz="1200" dirty="0">
                <a:solidFill>
                  <a:schemeClr val="bg1"/>
                </a:solidFill>
              </a:rPr>
              <a:t> 2</a:t>
            </a:r>
            <a:r>
              <a:rPr lang="ko-KR" altLang="en-US" sz="1200" dirty="0">
                <a:solidFill>
                  <a:schemeClr val="bg1"/>
                </a:solidFill>
              </a:rPr>
              <a:t>에는 화자의 </a:t>
            </a:r>
            <a:r>
              <a:rPr lang="ko-KR" altLang="en-US" sz="1200" dirty="0" err="1">
                <a:solidFill>
                  <a:schemeClr val="bg1"/>
                </a:solidFill>
              </a:rPr>
              <a:t>로컬라이제이션</a:t>
            </a:r>
            <a:r>
              <a:rPr lang="ko-KR" altLang="en-US" sz="1200" dirty="0">
                <a:solidFill>
                  <a:schemeClr val="bg1"/>
                </a:solidFill>
              </a:rPr>
              <a:t> 대사 인덱스를 넣습니다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r>
              <a:rPr lang="ko-KR" altLang="en-US" sz="1200" dirty="0" err="1">
                <a:solidFill>
                  <a:schemeClr val="bg1"/>
                </a:solidFill>
              </a:rPr>
              <a:t>밸류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3</a:t>
            </a:r>
            <a:r>
              <a:rPr lang="ko-KR" altLang="en-US" sz="1200" dirty="0">
                <a:solidFill>
                  <a:schemeClr val="bg1"/>
                </a:solidFill>
              </a:rPr>
              <a:t>에는 화자의 </a:t>
            </a:r>
            <a:r>
              <a:rPr lang="ko-KR" altLang="en-US" sz="1200" dirty="0" err="1">
                <a:solidFill>
                  <a:schemeClr val="bg1"/>
                </a:solidFill>
              </a:rPr>
              <a:t>로컬라이제이션</a:t>
            </a:r>
            <a:r>
              <a:rPr lang="ko-KR" altLang="en-US" sz="1200" dirty="0">
                <a:solidFill>
                  <a:schemeClr val="bg1"/>
                </a:solidFill>
              </a:rPr>
              <a:t> 보이스 인덱스를 넣습니다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r>
              <a:rPr lang="ko-KR" altLang="en-US" sz="1200" dirty="0" err="1">
                <a:solidFill>
                  <a:schemeClr val="bg1"/>
                </a:solidFill>
              </a:rPr>
              <a:t>밸류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4</a:t>
            </a:r>
            <a:r>
              <a:rPr lang="ko-KR" altLang="en-US" sz="1200" dirty="0">
                <a:solidFill>
                  <a:schemeClr val="bg1"/>
                </a:solidFill>
              </a:rPr>
              <a:t>에는 화자의 애니메이션 </a:t>
            </a:r>
            <a:r>
              <a:rPr lang="ko-KR" altLang="en-US" sz="1200" dirty="0" err="1">
                <a:solidFill>
                  <a:schemeClr val="bg1"/>
                </a:solidFill>
              </a:rPr>
              <a:t>블루프린트에</a:t>
            </a:r>
            <a:r>
              <a:rPr lang="ko-KR" altLang="en-US" sz="1200" dirty="0">
                <a:solidFill>
                  <a:schemeClr val="bg1"/>
                </a:solidFill>
              </a:rPr>
              <a:t> 정의된 애니메이션 네임을 넣습니다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r>
              <a:rPr lang="ko-KR" altLang="en-US" sz="1200" dirty="0" err="1">
                <a:solidFill>
                  <a:schemeClr val="bg1"/>
                </a:solidFill>
              </a:rPr>
              <a:t>밸류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5</a:t>
            </a:r>
            <a:r>
              <a:rPr lang="ko-KR" altLang="en-US" sz="1200" dirty="0">
                <a:solidFill>
                  <a:schemeClr val="bg1"/>
                </a:solidFill>
              </a:rPr>
              <a:t>에는 화자의 </a:t>
            </a:r>
            <a:r>
              <a:rPr lang="ko-KR" altLang="en-US" sz="1200" dirty="0" err="1">
                <a:solidFill>
                  <a:schemeClr val="bg1"/>
                </a:solidFill>
              </a:rPr>
              <a:t>이모션</a:t>
            </a:r>
            <a:r>
              <a:rPr lang="ko-KR" altLang="en-US" sz="1200" dirty="0">
                <a:solidFill>
                  <a:schemeClr val="bg1"/>
                </a:solidFill>
              </a:rPr>
              <a:t> 테이블 인덱스에 정의된 표정 인덱스를 넣습니다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r>
              <a:rPr lang="ko-KR" altLang="en-US" sz="1200" dirty="0" err="1">
                <a:solidFill>
                  <a:schemeClr val="bg1"/>
                </a:solidFill>
              </a:rPr>
              <a:t>밸류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6</a:t>
            </a:r>
            <a:r>
              <a:rPr lang="ko-KR" altLang="en-US" sz="1200" dirty="0">
                <a:solidFill>
                  <a:schemeClr val="bg1"/>
                </a:solidFill>
              </a:rPr>
              <a:t>은 화자의 왼손에 </a:t>
            </a:r>
            <a:r>
              <a:rPr lang="ko-KR" altLang="en-US" sz="1200" dirty="0" err="1">
                <a:solidFill>
                  <a:schemeClr val="bg1"/>
                </a:solidFill>
              </a:rPr>
              <a:t>쥐어주는</a:t>
            </a:r>
            <a:r>
              <a:rPr lang="ko-KR" altLang="en-US" sz="1200" dirty="0">
                <a:solidFill>
                  <a:schemeClr val="bg1"/>
                </a:solidFill>
              </a:rPr>
              <a:t> 오브젝트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ko-KR" altLang="en-US" sz="1200" dirty="0" err="1">
                <a:solidFill>
                  <a:schemeClr val="bg1"/>
                </a:solidFill>
              </a:rPr>
              <a:t>밸류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7</a:t>
            </a:r>
            <a:r>
              <a:rPr lang="ko-KR" altLang="en-US" sz="1200" dirty="0">
                <a:solidFill>
                  <a:schemeClr val="bg1"/>
                </a:solidFill>
              </a:rPr>
              <a:t>은 화자의 오른손에 </a:t>
            </a:r>
            <a:r>
              <a:rPr lang="ko-KR" altLang="en-US" sz="1200" dirty="0" err="1">
                <a:solidFill>
                  <a:schemeClr val="bg1"/>
                </a:solidFill>
              </a:rPr>
              <a:t>쥐어주는</a:t>
            </a:r>
            <a:r>
              <a:rPr lang="ko-KR" altLang="en-US" sz="1200" dirty="0">
                <a:solidFill>
                  <a:schemeClr val="bg1"/>
                </a:solidFill>
              </a:rPr>
              <a:t> 오브젝트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ko-KR" altLang="en-US" sz="1200" dirty="0" err="1">
                <a:solidFill>
                  <a:schemeClr val="bg1"/>
                </a:solidFill>
              </a:rPr>
              <a:t>밸류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8</a:t>
            </a:r>
            <a:r>
              <a:rPr lang="ko-KR" altLang="en-US" sz="1200" dirty="0">
                <a:solidFill>
                  <a:schemeClr val="bg1"/>
                </a:solidFill>
              </a:rPr>
              <a:t>은 화자의 시선 체크</a:t>
            </a:r>
            <a:r>
              <a:rPr lang="en-US" altLang="ko-KR" sz="1200" dirty="0">
                <a:solidFill>
                  <a:schemeClr val="bg1"/>
                </a:solidFill>
              </a:rPr>
              <a:t>, True</a:t>
            </a:r>
            <a:r>
              <a:rPr lang="ko-KR" altLang="en-US" sz="1200" dirty="0">
                <a:solidFill>
                  <a:schemeClr val="bg1"/>
                </a:solidFill>
              </a:rPr>
              <a:t>면 목이 따라오고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en-US" altLang="ko-KR" sz="1200" dirty="0" err="1">
                <a:solidFill>
                  <a:schemeClr val="bg1"/>
                </a:solidFill>
              </a:rPr>
              <a:t>Flase</a:t>
            </a:r>
            <a:r>
              <a:rPr lang="ko-KR" altLang="en-US" sz="1200" dirty="0">
                <a:solidFill>
                  <a:schemeClr val="bg1"/>
                </a:solidFill>
              </a:rPr>
              <a:t>면 정면만 바라봄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ko-KR" altLang="en-US" sz="1200" dirty="0" err="1">
                <a:solidFill>
                  <a:schemeClr val="bg1"/>
                </a:solidFill>
              </a:rPr>
              <a:t>밸류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9</a:t>
            </a:r>
            <a:r>
              <a:rPr lang="ko-KR" altLang="en-US" sz="1200" dirty="0">
                <a:solidFill>
                  <a:schemeClr val="bg1"/>
                </a:solidFill>
              </a:rPr>
              <a:t>는 </a:t>
            </a:r>
            <a:r>
              <a:rPr lang="en-US" altLang="ko-KR" sz="1200" dirty="0">
                <a:solidFill>
                  <a:schemeClr val="bg1"/>
                </a:solidFill>
              </a:rPr>
              <a:t>False</a:t>
            </a:r>
            <a:r>
              <a:rPr lang="ko-KR" altLang="en-US" sz="1200" dirty="0">
                <a:solidFill>
                  <a:schemeClr val="bg1"/>
                </a:solidFill>
              </a:rPr>
              <a:t>면 대사창을 띄워주고 버튼을 눌러야 진행</a:t>
            </a:r>
            <a:r>
              <a:rPr lang="en-US" altLang="ko-KR" sz="1200" dirty="0">
                <a:solidFill>
                  <a:schemeClr val="bg1"/>
                </a:solidFill>
              </a:rPr>
              <a:t>, True</a:t>
            </a:r>
            <a:r>
              <a:rPr lang="ko-KR" altLang="en-US" sz="1200" dirty="0">
                <a:solidFill>
                  <a:schemeClr val="bg1"/>
                </a:solidFill>
              </a:rPr>
              <a:t>면 </a:t>
            </a:r>
            <a:r>
              <a:rPr lang="ko-KR" altLang="en-US" sz="1200" dirty="0" err="1">
                <a:solidFill>
                  <a:schemeClr val="bg1"/>
                </a:solidFill>
              </a:rPr>
              <a:t>대사창</a:t>
            </a:r>
            <a:r>
              <a:rPr lang="ko-KR" altLang="en-US" sz="1200" dirty="0">
                <a:solidFill>
                  <a:schemeClr val="bg1"/>
                </a:solidFill>
              </a:rPr>
              <a:t> 생략하고 목소리 재생하고 자동 진행</a:t>
            </a:r>
            <a:endParaRPr lang="en-US" altLang="ko-KR" sz="1200" dirty="0">
              <a:solidFill>
                <a:schemeClr val="bg1"/>
              </a:solidFill>
            </a:endParaRPr>
          </a:p>
          <a:p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ko-KR" altLang="en-US" sz="1200" dirty="0">
                <a:solidFill>
                  <a:schemeClr val="bg1"/>
                </a:solidFill>
              </a:rPr>
              <a:t>저스트 애니메이션 카테고리로 화자에게 대사 없이 애니메이션을 강제 진행시킬 수 있습니다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r>
              <a:rPr lang="ko-KR" altLang="en-US" sz="1200" dirty="0">
                <a:solidFill>
                  <a:schemeClr val="bg1"/>
                </a:solidFill>
              </a:rPr>
              <a:t>인덱스에 애니메이션 이름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표정 인덱스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시선 체크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ko-KR" altLang="en-US" sz="1200" dirty="0">
                <a:solidFill>
                  <a:schemeClr val="bg1"/>
                </a:solidFill>
              </a:rPr>
              <a:t>그리고 반드시 애니메이션 길이에 따라서 웨이트를 줘서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애니메이션이 충분히 출력될 수 있도록 합니다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925002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8;p5">
            <a:extLst>
              <a:ext uri="{FF2B5EF4-FFF2-40B4-BE49-F238E27FC236}">
                <a16:creationId xmlns:a16="http://schemas.microsoft.com/office/drawing/2014/main" id="{E5572F94-5BEE-DF03-2893-18A0C6F912B3}"/>
              </a:ext>
            </a:extLst>
          </p:cNvPr>
          <p:cNvSpPr txBox="1">
            <a:spLocks/>
          </p:cNvSpPr>
          <p:nvPr/>
        </p:nvSpPr>
        <p:spPr>
          <a:xfrm>
            <a:off x="311700" y="-3600"/>
            <a:ext cx="8520600" cy="6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ct val="111111"/>
            </a:pPr>
            <a:r>
              <a:rPr lang="en-US" altLang="ko-KR" dirty="0">
                <a:latin typeface="+mn-ea"/>
                <a:ea typeface="+mn-ea"/>
              </a:rPr>
              <a:t>-</a:t>
            </a:r>
            <a:r>
              <a:rPr lang="ko-KR" altLang="en-US" dirty="0">
                <a:latin typeface="+mn-ea"/>
                <a:ea typeface="+mn-ea"/>
              </a:rPr>
              <a:t>예제</a:t>
            </a:r>
            <a:r>
              <a:rPr lang="en-US" altLang="ko-KR" dirty="0">
                <a:latin typeface="+mn-ea"/>
                <a:ea typeface="+mn-ea"/>
              </a:rPr>
              <a:t>3, </a:t>
            </a:r>
            <a:r>
              <a:rPr lang="ko-KR" altLang="en-US" dirty="0">
                <a:latin typeface="+mn-ea"/>
                <a:ea typeface="+mn-ea"/>
              </a:rPr>
              <a:t>대사 넣기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E50A3E7-8B70-3A7A-533C-F8F750BE3C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40631"/>
            <a:ext cx="9144000" cy="73917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418CDA2-8EF1-3E11-5E67-BCDDC1F69ABE}"/>
              </a:ext>
            </a:extLst>
          </p:cNvPr>
          <p:cNvSpPr txBox="1"/>
          <p:nvPr/>
        </p:nvSpPr>
        <p:spPr>
          <a:xfrm>
            <a:off x="0" y="2189468"/>
            <a:ext cx="9144000" cy="267765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1200" dirty="0" err="1">
                <a:solidFill>
                  <a:schemeClr val="bg1"/>
                </a:solidFill>
              </a:rPr>
              <a:t>스피킹</a:t>
            </a:r>
            <a:r>
              <a:rPr lang="ko-KR" altLang="en-US" sz="1200" dirty="0">
                <a:solidFill>
                  <a:schemeClr val="bg1"/>
                </a:solidFill>
              </a:rPr>
              <a:t> 카테고리로 대사를 넣을 수 있습니다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r>
              <a:rPr lang="ko-KR" altLang="en-US" sz="1200" dirty="0" err="1">
                <a:solidFill>
                  <a:schemeClr val="bg1"/>
                </a:solidFill>
              </a:rPr>
              <a:t>밸류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1</a:t>
            </a:r>
            <a:r>
              <a:rPr lang="ko-KR" altLang="en-US" sz="1200" dirty="0">
                <a:solidFill>
                  <a:schemeClr val="bg1"/>
                </a:solidFill>
              </a:rPr>
              <a:t>에는 화자의 </a:t>
            </a:r>
            <a:r>
              <a:rPr lang="ko-KR" altLang="en-US" sz="1200" dirty="0" err="1">
                <a:solidFill>
                  <a:schemeClr val="bg1"/>
                </a:solidFill>
              </a:rPr>
              <a:t>로컬라이제이션</a:t>
            </a:r>
            <a:r>
              <a:rPr lang="ko-KR" altLang="en-US" sz="1200" dirty="0">
                <a:solidFill>
                  <a:schemeClr val="bg1"/>
                </a:solidFill>
              </a:rPr>
              <a:t> 이름 인덱스를 넣습니다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r>
              <a:rPr lang="ko-KR" altLang="en-US" sz="1200" dirty="0" err="1">
                <a:solidFill>
                  <a:schemeClr val="bg1"/>
                </a:solidFill>
              </a:rPr>
              <a:t>밸류</a:t>
            </a:r>
            <a:r>
              <a:rPr lang="en-US" altLang="ko-KR" sz="1200" dirty="0">
                <a:solidFill>
                  <a:schemeClr val="bg1"/>
                </a:solidFill>
              </a:rPr>
              <a:t> 2</a:t>
            </a:r>
            <a:r>
              <a:rPr lang="ko-KR" altLang="en-US" sz="1200" dirty="0">
                <a:solidFill>
                  <a:schemeClr val="bg1"/>
                </a:solidFill>
              </a:rPr>
              <a:t>에는 화자의 </a:t>
            </a:r>
            <a:r>
              <a:rPr lang="ko-KR" altLang="en-US" sz="1200" dirty="0" err="1">
                <a:solidFill>
                  <a:schemeClr val="bg1"/>
                </a:solidFill>
              </a:rPr>
              <a:t>로컬라이제이션</a:t>
            </a:r>
            <a:r>
              <a:rPr lang="ko-KR" altLang="en-US" sz="1200" dirty="0">
                <a:solidFill>
                  <a:schemeClr val="bg1"/>
                </a:solidFill>
              </a:rPr>
              <a:t> 대사 인덱스를 넣습니다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r>
              <a:rPr lang="ko-KR" altLang="en-US" sz="1200" dirty="0" err="1">
                <a:solidFill>
                  <a:schemeClr val="bg1"/>
                </a:solidFill>
              </a:rPr>
              <a:t>밸류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3</a:t>
            </a:r>
            <a:r>
              <a:rPr lang="ko-KR" altLang="en-US" sz="1200" dirty="0">
                <a:solidFill>
                  <a:schemeClr val="bg1"/>
                </a:solidFill>
              </a:rPr>
              <a:t>에는 화자의 </a:t>
            </a:r>
            <a:r>
              <a:rPr lang="ko-KR" altLang="en-US" sz="1200" dirty="0" err="1">
                <a:solidFill>
                  <a:schemeClr val="bg1"/>
                </a:solidFill>
              </a:rPr>
              <a:t>로컬라이제이션</a:t>
            </a:r>
            <a:r>
              <a:rPr lang="ko-KR" altLang="en-US" sz="1200" dirty="0">
                <a:solidFill>
                  <a:schemeClr val="bg1"/>
                </a:solidFill>
              </a:rPr>
              <a:t> 보이스 인덱스를 넣습니다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r>
              <a:rPr lang="ko-KR" altLang="en-US" sz="1200" dirty="0" err="1">
                <a:solidFill>
                  <a:schemeClr val="bg1"/>
                </a:solidFill>
              </a:rPr>
              <a:t>밸류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4</a:t>
            </a:r>
            <a:r>
              <a:rPr lang="ko-KR" altLang="en-US" sz="1200" dirty="0">
                <a:solidFill>
                  <a:schemeClr val="bg1"/>
                </a:solidFill>
              </a:rPr>
              <a:t>에는 화자의 애니메이션 </a:t>
            </a:r>
            <a:r>
              <a:rPr lang="ko-KR" altLang="en-US" sz="1200" dirty="0" err="1">
                <a:solidFill>
                  <a:schemeClr val="bg1"/>
                </a:solidFill>
              </a:rPr>
              <a:t>블루프린트에</a:t>
            </a:r>
            <a:r>
              <a:rPr lang="ko-KR" altLang="en-US" sz="1200" dirty="0">
                <a:solidFill>
                  <a:schemeClr val="bg1"/>
                </a:solidFill>
              </a:rPr>
              <a:t> 정의된 애니메이션 네임을 넣습니다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r>
              <a:rPr lang="ko-KR" altLang="en-US" sz="1200" dirty="0" err="1">
                <a:solidFill>
                  <a:schemeClr val="bg1"/>
                </a:solidFill>
              </a:rPr>
              <a:t>밸류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5</a:t>
            </a:r>
            <a:r>
              <a:rPr lang="ko-KR" altLang="en-US" sz="1200" dirty="0">
                <a:solidFill>
                  <a:schemeClr val="bg1"/>
                </a:solidFill>
              </a:rPr>
              <a:t>에는 화자의 </a:t>
            </a:r>
            <a:r>
              <a:rPr lang="ko-KR" altLang="en-US" sz="1200" dirty="0" err="1">
                <a:solidFill>
                  <a:schemeClr val="bg1"/>
                </a:solidFill>
              </a:rPr>
              <a:t>이모션</a:t>
            </a:r>
            <a:r>
              <a:rPr lang="ko-KR" altLang="en-US" sz="1200" dirty="0">
                <a:solidFill>
                  <a:schemeClr val="bg1"/>
                </a:solidFill>
              </a:rPr>
              <a:t> 테이블 인덱스에 정의된 표정 인덱스를 넣습니다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r>
              <a:rPr lang="ko-KR" altLang="en-US" sz="1200" dirty="0" err="1">
                <a:solidFill>
                  <a:schemeClr val="bg1"/>
                </a:solidFill>
              </a:rPr>
              <a:t>밸류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6</a:t>
            </a:r>
            <a:r>
              <a:rPr lang="ko-KR" altLang="en-US" sz="1200" dirty="0">
                <a:solidFill>
                  <a:schemeClr val="bg1"/>
                </a:solidFill>
              </a:rPr>
              <a:t>은 화자의 왼손에 </a:t>
            </a:r>
            <a:r>
              <a:rPr lang="ko-KR" altLang="en-US" sz="1200" dirty="0" err="1">
                <a:solidFill>
                  <a:schemeClr val="bg1"/>
                </a:solidFill>
              </a:rPr>
              <a:t>쥐어주는</a:t>
            </a:r>
            <a:r>
              <a:rPr lang="ko-KR" altLang="en-US" sz="1200" dirty="0">
                <a:solidFill>
                  <a:schemeClr val="bg1"/>
                </a:solidFill>
              </a:rPr>
              <a:t> 오브젝트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ko-KR" altLang="en-US" sz="1200" dirty="0" err="1">
                <a:solidFill>
                  <a:schemeClr val="bg1"/>
                </a:solidFill>
              </a:rPr>
              <a:t>밸류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7</a:t>
            </a:r>
            <a:r>
              <a:rPr lang="ko-KR" altLang="en-US" sz="1200" dirty="0">
                <a:solidFill>
                  <a:schemeClr val="bg1"/>
                </a:solidFill>
              </a:rPr>
              <a:t>은 화자의 오른손에 </a:t>
            </a:r>
            <a:r>
              <a:rPr lang="ko-KR" altLang="en-US" sz="1200" dirty="0" err="1">
                <a:solidFill>
                  <a:schemeClr val="bg1"/>
                </a:solidFill>
              </a:rPr>
              <a:t>쥐어주는</a:t>
            </a:r>
            <a:r>
              <a:rPr lang="ko-KR" altLang="en-US" sz="1200" dirty="0">
                <a:solidFill>
                  <a:schemeClr val="bg1"/>
                </a:solidFill>
              </a:rPr>
              <a:t> 오브젝트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ko-KR" altLang="en-US" sz="1200" dirty="0" err="1">
                <a:solidFill>
                  <a:schemeClr val="bg1"/>
                </a:solidFill>
              </a:rPr>
              <a:t>밸류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8</a:t>
            </a:r>
            <a:r>
              <a:rPr lang="ko-KR" altLang="en-US" sz="1200" dirty="0">
                <a:solidFill>
                  <a:schemeClr val="bg1"/>
                </a:solidFill>
              </a:rPr>
              <a:t>은 화자의 시선 체크</a:t>
            </a:r>
            <a:r>
              <a:rPr lang="en-US" altLang="ko-KR" sz="1200" dirty="0">
                <a:solidFill>
                  <a:schemeClr val="bg1"/>
                </a:solidFill>
              </a:rPr>
              <a:t>, True</a:t>
            </a:r>
            <a:r>
              <a:rPr lang="ko-KR" altLang="en-US" sz="1200" dirty="0">
                <a:solidFill>
                  <a:schemeClr val="bg1"/>
                </a:solidFill>
              </a:rPr>
              <a:t>면 목이 따라오고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en-US" altLang="ko-KR" sz="1200" dirty="0" err="1">
                <a:solidFill>
                  <a:schemeClr val="bg1"/>
                </a:solidFill>
              </a:rPr>
              <a:t>Flase</a:t>
            </a:r>
            <a:r>
              <a:rPr lang="ko-KR" altLang="en-US" sz="1200" dirty="0">
                <a:solidFill>
                  <a:schemeClr val="bg1"/>
                </a:solidFill>
              </a:rPr>
              <a:t>면 정면만 바라봄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ko-KR" altLang="en-US" sz="1200" dirty="0" err="1">
                <a:solidFill>
                  <a:schemeClr val="bg1"/>
                </a:solidFill>
              </a:rPr>
              <a:t>밸류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9</a:t>
            </a:r>
            <a:r>
              <a:rPr lang="ko-KR" altLang="en-US" sz="1200" dirty="0">
                <a:solidFill>
                  <a:schemeClr val="bg1"/>
                </a:solidFill>
              </a:rPr>
              <a:t>는 </a:t>
            </a:r>
            <a:r>
              <a:rPr lang="en-US" altLang="ko-KR" sz="1200" dirty="0">
                <a:solidFill>
                  <a:schemeClr val="bg1"/>
                </a:solidFill>
              </a:rPr>
              <a:t>False</a:t>
            </a:r>
            <a:r>
              <a:rPr lang="ko-KR" altLang="en-US" sz="1200" dirty="0">
                <a:solidFill>
                  <a:schemeClr val="bg1"/>
                </a:solidFill>
              </a:rPr>
              <a:t>면 대사창을 띄워주고 버튼을 눌러야 진행</a:t>
            </a:r>
            <a:r>
              <a:rPr lang="en-US" altLang="ko-KR" sz="1200" dirty="0">
                <a:solidFill>
                  <a:schemeClr val="bg1"/>
                </a:solidFill>
              </a:rPr>
              <a:t>, True</a:t>
            </a:r>
            <a:r>
              <a:rPr lang="ko-KR" altLang="en-US" sz="1200" dirty="0">
                <a:solidFill>
                  <a:schemeClr val="bg1"/>
                </a:solidFill>
              </a:rPr>
              <a:t>면 </a:t>
            </a:r>
            <a:r>
              <a:rPr lang="ko-KR" altLang="en-US" sz="1200" dirty="0" err="1">
                <a:solidFill>
                  <a:schemeClr val="bg1"/>
                </a:solidFill>
              </a:rPr>
              <a:t>대사창</a:t>
            </a:r>
            <a:r>
              <a:rPr lang="ko-KR" altLang="en-US" sz="1200" dirty="0">
                <a:solidFill>
                  <a:schemeClr val="bg1"/>
                </a:solidFill>
              </a:rPr>
              <a:t> 생략하고 목소리 재생하고 자동 진행</a:t>
            </a:r>
            <a:endParaRPr lang="en-US" altLang="ko-KR" sz="1200" dirty="0">
              <a:solidFill>
                <a:schemeClr val="bg1"/>
              </a:solidFill>
            </a:endParaRPr>
          </a:p>
          <a:p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ko-KR" altLang="en-US" sz="1200" dirty="0">
                <a:solidFill>
                  <a:schemeClr val="bg1"/>
                </a:solidFill>
              </a:rPr>
              <a:t>저스트 애니메이션 카테고리로 화자에게 대사 없이 애니메이션을 강제 진행시킬 수 있습니다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r>
              <a:rPr lang="ko-KR" altLang="en-US" sz="1200" dirty="0">
                <a:solidFill>
                  <a:schemeClr val="bg1"/>
                </a:solidFill>
              </a:rPr>
              <a:t>인덱스에 애니메이션 이름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표정 인덱스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시선 체크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ko-KR" altLang="en-US" sz="1200" dirty="0">
                <a:solidFill>
                  <a:schemeClr val="bg1"/>
                </a:solidFill>
              </a:rPr>
              <a:t>그리고 반드시 애니메이션 길이에 따라서 웨이트를 줘서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애니메이션이 충분히 출력될 수 있도록 합니다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43908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8;p5">
            <a:extLst>
              <a:ext uri="{FF2B5EF4-FFF2-40B4-BE49-F238E27FC236}">
                <a16:creationId xmlns:a16="http://schemas.microsoft.com/office/drawing/2014/main" id="{E5572F94-5BEE-DF03-2893-18A0C6F912B3}"/>
              </a:ext>
            </a:extLst>
          </p:cNvPr>
          <p:cNvSpPr txBox="1">
            <a:spLocks/>
          </p:cNvSpPr>
          <p:nvPr/>
        </p:nvSpPr>
        <p:spPr>
          <a:xfrm>
            <a:off x="311700" y="-3600"/>
            <a:ext cx="8520600" cy="6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ct val="111111"/>
            </a:pPr>
            <a:r>
              <a:rPr lang="en-US" altLang="ko-KR" dirty="0">
                <a:latin typeface="+mn-ea"/>
                <a:ea typeface="+mn-ea"/>
              </a:rPr>
              <a:t>-</a:t>
            </a:r>
            <a:r>
              <a:rPr lang="ko-KR" altLang="en-US" dirty="0">
                <a:latin typeface="+mn-ea"/>
                <a:ea typeface="+mn-ea"/>
              </a:rPr>
              <a:t>예제</a:t>
            </a:r>
            <a:r>
              <a:rPr lang="en-US" altLang="ko-KR" dirty="0">
                <a:latin typeface="+mn-ea"/>
                <a:ea typeface="+mn-ea"/>
              </a:rPr>
              <a:t>4, </a:t>
            </a:r>
            <a:r>
              <a:rPr lang="ko-KR" altLang="en-US" dirty="0">
                <a:latin typeface="+mn-ea"/>
                <a:ea typeface="+mn-ea"/>
              </a:rPr>
              <a:t>이미지 컷 씬 넣기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18CDA2-8EF1-3E11-5E67-BCDDC1F69ABE}"/>
              </a:ext>
            </a:extLst>
          </p:cNvPr>
          <p:cNvSpPr txBox="1"/>
          <p:nvPr/>
        </p:nvSpPr>
        <p:spPr>
          <a:xfrm>
            <a:off x="0" y="3575910"/>
            <a:ext cx="9144000" cy="175432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현재 게임에서는 이미지 컷 </a:t>
            </a:r>
            <a:r>
              <a:rPr lang="ko-KR" altLang="en-US" sz="1200" dirty="0" err="1">
                <a:solidFill>
                  <a:schemeClr val="bg1"/>
                </a:solidFill>
              </a:rPr>
              <a:t>씬은</a:t>
            </a:r>
            <a:r>
              <a:rPr lang="ko-KR" altLang="en-US" sz="1200" dirty="0">
                <a:solidFill>
                  <a:schemeClr val="bg1"/>
                </a:solidFill>
              </a:rPr>
              <a:t> 화면을 어둡게 하고 넣고 있습니다</a:t>
            </a:r>
            <a:r>
              <a:rPr lang="en-US" altLang="ko-KR" sz="1200" dirty="0">
                <a:solidFill>
                  <a:schemeClr val="bg1"/>
                </a:solidFill>
              </a:rPr>
              <a:t>.(</a:t>
            </a:r>
            <a:r>
              <a:rPr lang="ko-KR" altLang="en-US" sz="1200" dirty="0">
                <a:solidFill>
                  <a:schemeClr val="bg1"/>
                </a:solidFill>
              </a:rPr>
              <a:t>튜토리얼 제외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</a:p>
          <a:p>
            <a:r>
              <a:rPr lang="ko-KR" altLang="en-US" sz="1200" dirty="0" err="1">
                <a:solidFill>
                  <a:schemeClr val="bg1"/>
                </a:solidFill>
              </a:rPr>
              <a:t>페이드</a:t>
            </a:r>
            <a:r>
              <a:rPr lang="ko-KR" altLang="en-US" sz="1200" dirty="0">
                <a:solidFill>
                  <a:schemeClr val="bg1"/>
                </a:solidFill>
              </a:rPr>
              <a:t> 아웃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해서 어둡게 만들고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Screen </a:t>
            </a:r>
            <a:r>
              <a:rPr lang="ko-KR" altLang="en-US" sz="1200" dirty="0">
                <a:solidFill>
                  <a:schemeClr val="bg1"/>
                </a:solidFill>
              </a:rPr>
              <a:t>카테고리를 사용해서 이미지 크기를 </a:t>
            </a:r>
            <a:r>
              <a:rPr lang="en-US" altLang="ko-KR" sz="1200" dirty="0">
                <a:solidFill>
                  <a:schemeClr val="bg1"/>
                </a:solidFill>
              </a:rPr>
              <a:t>1024x1024 </a:t>
            </a:r>
            <a:r>
              <a:rPr lang="ko-KR" altLang="en-US" sz="1200" dirty="0">
                <a:solidFill>
                  <a:schemeClr val="bg1"/>
                </a:solidFill>
              </a:rPr>
              <a:t>크기로 </a:t>
            </a:r>
            <a:r>
              <a:rPr lang="en-US" altLang="ko-KR" sz="1200" dirty="0">
                <a:solidFill>
                  <a:schemeClr val="bg1"/>
                </a:solidFill>
              </a:rPr>
              <a:t>1(</a:t>
            </a:r>
            <a:r>
              <a:rPr lang="ko-KR" altLang="en-US" sz="1200" dirty="0">
                <a:solidFill>
                  <a:schemeClr val="bg1"/>
                </a:solidFill>
              </a:rPr>
              <a:t>노출</a:t>
            </a:r>
            <a:r>
              <a:rPr lang="en-US" altLang="ko-KR" sz="1200" dirty="0">
                <a:solidFill>
                  <a:schemeClr val="bg1"/>
                </a:solidFill>
              </a:rPr>
              <a:t>) </a:t>
            </a:r>
            <a:r>
              <a:rPr lang="ko-KR" altLang="en-US" sz="1200" dirty="0">
                <a:solidFill>
                  <a:schemeClr val="bg1"/>
                </a:solidFill>
              </a:rPr>
              <a:t>시킵니다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r>
              <a:rPr lang="ko-KR" altLang="en-US" sz="1200" dirty="0">
                <a:solidFill>
                  <a:schemeClr val="bg1"/>
                </a:solidFill>
              </a:rPr>
              <a:t>끌려면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Screen </a:t>
            </a:r>
            <a:r>
              <a:rPr lang="ko-KR" altLang="en-US" sz="1200" dirty="0">
                <a:solidFill>
                  <a:schemeClr val="bg1"/>
                </a:solidFill>
              </a:rPr>
              <a:t>카테고리를 사용해서 이미지 크기를 </a:t>
            </a:r>
            <a:r>
              <a:rPr lang="en-US" altLang="ko-KR" sz="1200" dirty="0">
                <a:solidFill>
                  <a:schemeClr val="bg1"/>
                </a:solidFill>
              </a:rPr>
              <a:t>1024x1024 </a:t>
            </a:r>
            <a:r>
              <a:rPr lang="ko-KR" altLang="en-US" sz="1200" dirty="0">
                <a:solidFill>
                  <a:schemeClr val="bg1"/>
                </a:solidFill>
              </a:rPr>
              <a:t>크기로 </a:t>
            </a:r>
            <a:r>
              <a:rPr lang="en-US" altLang="ko-KR" sz="1200" dirty="0">
                <a:solidFill>
                  <a:schemeClr val="bg1"/>
                </a:solidFill>
              </a:rPr>
              <a:t>0(</a:t>
            </a:r>
            <a:r>
              <a:rPr lang="ko-KR" altLang="en-US" sz="1200" dirty="0" err="1">
                <a:solidFill>
                  <a:schemeClr val="bg1"/>
                </a:solidFill>
              </a:rPr>
              <a:t>미노출</a:t>
            </a:r>
            <a:r>
              <a:rPr lang="en-US" altLang="ko-KR" sz="1200" dirty="0">
                <a:solidFill>
                  <a:schemeClr val="bg1"/>
                </a:solidFill>
              </a:rPr>
              <a:t>) </a:t>
            </a:r>
            <a:r>
              <a:rPr lang="ko-KR" altLang="en-US" sz="1200" dirty="0">
                <a:solidFill>
                  <a:schemeClr val="bg1"/>
                </a:solidFill>
              </a:rPr>
              <a:t>시킵니다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r>
              <a:rPr lang="ko-KR" altLang="en-US" sz="1200" dirty="0">
                <a:solidFill>
                  <a:schemeClr val="bg1"/>
                </a:solidFill>
              </a:rPr>
              <a:t>그리고 </a:t>
            </a:r>
            <a:r>
              <a:rPr lang="ko-KR" altLang="en-US" sz="1200" dirty="0" err="1">
                <a:solidFill>
                  <a:schemeClr val="bg1"/>
                </a:solidFill>
              </a:rPr>
              <a:t>페이드</a:t>
            </a:r>
            <a:r>
              <a:rPr lang="ko-KR" altLang="en-US" sz="1200" dirty="0">
                <a:solidFill>
                  <a:schemeClr val="bg1"/>
                </a:solidFill>
              </a:rPr>
              <a:t> 인을 하거나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레벨을 이동시켜서 화면을 밝힙니다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ko-KR" altLang="en-US" sz="1200" dirty="0">
                <a:solidFill>
                  <a:schemeClr val="bg1"/>
                </a:solidFill>
              </a:rPr>
              <a:t>중간에 여러 이미지가 나오는 만화형태의 </a:t>
            </a:r>
            <a:r>
              <a:rPr lang="ko-KR" altLang="en-US" sz="1200" dirty="0" err="1">
                <a:solidFill>
                  <a:schemeClr val="bg1"/>
                </a:solidFill>
              </a:rPr>
              <a:t>컷씬은</a:t>
            </a:r>
            <a:r>
              <a:rPr lang="ko-KR" altLang="en-US" sz="1200" dirty="0">
                <a:solidFill>
                  <a:schemeClr val="bg1"/>
                </a:solidFill>
              </a:rPr>
              <a:t> 그냥 새로운 이미지를 계속 </a:t>
            </a:r>
            <a:r>
              <a:rPr lang="en-US" altLang="ko-KR" sz="1200" dirty="0">
                <a:solidFill>
                  <a:schemeClr val="bg1"/>
                </a:solidFill>
              </a:rPr>
              <a:t>1</a:t>
            </a:r>
            <a:r>
              <a:rPr lang="ko-KR" altLang="en-US" sz="1200" dirty="0">
                <a:solidFill>
                  <a:schemeClr val="bg1"/>
                </a:solidFill>
              </a:rPr>
              <a:t>로 노출시키고 마지막 이미지만 </a:t>
            </a:r>
            <a:r>
              <a:rPr lang="en-US" altLang="ko-KR" sz="1200" dirty="0">
                <a:solidFill>
                  <a:schemeClr val="bg1"/>
                </a:solidFill>
              </a:rPr>
              <a:t>0</a:t>
            </a:r>
            <a:r>
              <a:rPr lang="ko-KR" altLang="en-US" sz="1200" dirty="0">
                <a:solidFill>
                  <a:schemeClr val="bg1"/>
                </a:solidFill>
              </a:rPr>
              <a:t>으로 </a:t>
            </a:r>
            <a:r>
              <a:rPr lang="ko-KR" altLang="en-US" sz="1200" dirty="0" err="1">
                <a:solidFill>
                  <a:schemeClr val="bg1"/>
                </a:solidFill>
              </a:rPr>
              <a:t>미노출</a:t>
            </a:r>
            <a:r>
              <a:rPr lang="ko-KR" altLang="en-US" sz="1200" dirty="0">
                <a:solidFill>
                  <a:schemeClr val="bg1"/>
                </a:solidFill>
              </a:rPr>
              <a:t> 시키는 형태로 연출합니다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A6DC151-57B1-656D-7013-B09E501C1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68" y="780800"/>
            <a:ext cx="2529937" cy="8727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4C62C1D-E1A9-7CC6-941B-743A34FED609}"/>
              </a:ext>
            </a:extLst>
          </p:cNvPr>
          <p:cNvSpPr txBox="1"/>
          <p:nvPr/>
        </p:nvSpPr>
        <p:spPr>
          <a:xfrm>
            <a:off x="1787539" y="1097510"/>
            <a:ext cx="7356461" cy="46166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1. </a:t>
            </a:r>
            <a:r>
              <a:rPr lang="ko-KR" altLang="en-US" sz="1200" dirty="0">
                <a:solidFill>
                  <a:schemeClr val="bg1"/>
                </a:solidFill>
              </a:rPr>
              <a:t>삽입할 이미지를 </a:t>
            </a:r>
            <a:r>
              <a:rPr lang="ko-KR" altLang="en-US" sz="1200" dirty="0" err="1">
                <a:solidFill>
                  <a:schemeClr val="bg1"/>
                </a:solidFill>
              </a:rPr>
              <a:t>언리얼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</a:rPr>
              <a:t>다이알로그</a:t>
            </a:r>
            <a:r>
              <a:rPr lang="en-US" altLang="ko-KR" sz="1200" dirty="0">
                <a:solidFill>
                  <a:schemeClr val="bg1"/>
                </a:solidFill>
              </a:rPr>
              <a:t>/</a:t>
            </a:r>
            <a:r>
              <a:rPr lang="ko-KR" altLang="en-US" sz="1200" dirty="0">
                <a:solidFill>
                  <a:schemeClr val="bg1"/>
                </a:solidFill>
              </a:rPr>
              <a:t>스냅샷 경로에 넣어 </a:t>
            </a:r>
            <a:r>
              <a:rPr lang="ko-KR" altLang="en-US" sz="1200" dirty="0" err="1">
                <a:solidFill>
                  <a:schemeClr val="bg1"/>
                </a:solidFill>
              </a:rPr>
              <a:t>어셋화</a:t>
            </a:r>
            <a:r>
              <a:rPr lang="ko-KR" altLang="en-US" sz="1200" dirty="0">
                <a:solidFill>
                  <a:schemeClr val="bg1"/>
                </a:solidFill>
              </a:rPr>
              <a:t> 합니다</a:t>
            </a:r>
            <a:r>
              <a:rPr lang="en-US" altLang="ko-KR" sz="1200" dirty="0">
                <a:solidFill>
                  <a:schemeClr val="bg1"/>
                </a:solidFill>
              </a:rPr>
              <a:t>. </a:t>
            </a:r>
          </a:p>
          <a:p>
            <a:r>
              <a:rPr lang="ko-KR" altLang="en-US" sz="1200" dirty="0">
                <a:solidFill>
                  <a:schemeClr val="bg1"/>
                </a:solidFill>
              </a:rPr>
              <a:t>그리고 </a:t>
            </a:r>
            <a:r>
              <a:rPr lang="ko-KR" altLang="en-US" sz="1200" dirty="0" err="1">
                <a:solidFill>
                  <a:schemeClr val="bg1"/>
                </a:solidFill>
              </a:rPr>
              <a:t>로컬라이제이션</a:t>
            </a:r>
            <a:r>
              <a:rPr lang="ko-KR" altLang="en-US" sz="1200" dirty="0">
                <a:solidFill>
                  <a:schemeClr val="bg1"/>
                </a:solidFill>
              </a:rPr>
              <a:t> 테이블 이미지에 연결합니다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8971723-3275-A0AF-E6AD-7CBDBBE1D2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83435"/>
            <a:ext cx="9144000" cy="1649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1930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8;p5">
            <a:extLst>
              <a:ext uri="{FF2B5EF4-FFF2-40B4-BE49-F238E27FC236}">
                <a16:creationId xmlns:a16="http://schemas.microsoft.com/office/drawing/2014/main" id="{E5572F94-5BEE-DF03-2893-18A0C6F912B3}"/>
              </a:ext>
            </a:extLst>
          </p:cNvPr>
          <p:cNvSpPr txBox="1">
            <a:spLocks/>
          </p:cNvSpPr>
          <p:nvPr/>
        </p:nvSpPr>
        <p:spPr>
          <a:xfrm>
            <a:off x="311700" y="-3600"/>
            <a:ext cx="8520600" cy="6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ct val="111111"/>
            </a:pPr>
            <a:r>
              <a:rPr lang="en-US" altLang="ko-KR" dirty="0">
                <a:latin typeface="+mn-ea"/>
                <a:ea typeface="+mn-ea"/>
              </a:rPr>
              <a:t>-</a:t>
            </a:r>
            <a:r>
              <a:rPr lang="ko-KR" altLang="en-US" dirty="0">
                <a:latin typeface="+mn-ea"/>
                <a:ea typeface="+mn-ea"/>
              </a:rPr>
              <a:t>예제</a:t>
            </a:r>
            <a:r>
              <a:rPr lang="en-US" altLang="ko-KR" dirty="0">
                <a:latin typeface="+mn-ea"/>
                <a:ea typeface="+mn-ea"/>
              </a:rPr>
              <a:t>5, </a:t>
            </a:r>
            <a:r>
              <a:rPr lang="en-US" altLang="ko-KR" dirty="0" err="1">
                <a:latin typeface="+mn-ea"/>
                <a:ea typeface="+mn-ea"/>
              </a:rPr>
              <a:t>MainforEdit_Chapter</a:t>
            </a:r>
            <a:r>
              <a:rPr lang="en-US" altLang="ko-KR" dirty="0">
                <a:latin typeface="+mn-ea"/>
                <a:ea typeface="+mn-ea"/>
              </a:rPr>
              <a:t> Export</a:t>
            </a:r>
            <a:endParaRPr lang="ko-KR" altLang="en-US" dirty="0">
              <a:latin typeface="+mn-ea"/>
              <a:ea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0BDE248-A46B-30A4-0291-DEF0C4BD9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232" y="789968"/>
            <a:ext cx="5801535" cy="119079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5DF9D5B-F74B-A0F6-40B3-DED8D129A6E5}"/>
              </a:ext>
            </a:extLst>
          </p:cNvPr>
          <p:cNvSpPr txBox="1"/>
          <p:nvPr/>
        </p:nvSpPr>
        <p:spPr>
          <a:xfrm>
            <a:off x="0" y="2130186"/>
            <a:ext cx="9144000" cy="64633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연출 입력 테이블을 모두 입력하면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익스포트를</a:t>
            </a:r>
            <a:r>
              <a:rPr lang="ko-KR" altLang="en-US" sz="1200" dirty="0">
                <a:solidFill>
                  <a:schemeClr val="bg1"/>
                </a:solidFill>
              </a:rPr>
              <a:t> 통해서 </a:t>
            </a:r>
            <a:r>
              <a:rPr lang="en-US" altLang="ko-KR" sz="1200" dirty="0">
                <a:solidFill>
                  <a:schemeClr val="bg1"/>
                </a:solidFill>
              </a:rPr>
              <a:t>csv</a:t>
            </a:r>
            <a:r>
              <a:rPr lang="ko-KR" altLang="en-US" sz="1200" dirty="0">
                <a:solidFill>
                  <a:schemeClr val="bg1"/>
                </a:solidFill>
              </a:rPr>
              <a:t>를 모두 저장합니다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r>
              <a:rPr lang="ko-KR" altLang="en-US" sz="1200" dirty="0">
                <a:solidFill>
                  <a:schemeClr val="bg1"/>
                </a:solidFill>
              </a:rPr>
              <a:t>엑셀파일</a:t>
            </a:r>
            <a:r>
              <a:rPr lang="en-US" altLang="ko-KR" sz="1200" dirty="0">
                <a:solidFill>
                  <a:schemeClr val="bg1"/>
                </a:solidFill>
              </a:rPr>
              <a:t>, csv</a:t>
            </a:r>
            <a:r>
              <a:rPr lang="ko-KR" altLang="en-US" sz="1200" dirty="0">
                <a:solidFill>
                  <a:schemeClr val="bg1"/>
                </a:solidFill>
              </a:rPr>
              <a:t>파일 체크아웃 꼭 하고 </a:t>
            </a:r>
            <a:r>
              <a:rPr lang="ko-KR" altLang="en-US" sz="1200" dirty="0" err="1">
                <a:solidFill>
                  <a:schemeClr val="bg1"/>
                </a:solidFill>
              </a:rPr>
              <a:t>저장해야합니다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r>
              <a:rPr lang="ko-KR" altLang="en-US" sz="1200" dirty="0" err="1">
                <a:solidFill>
                  <a:schemeClr val="bg1"/>
                </a:solidFill>
              </a:rPr>
              <a:t>언리얼</a:t>
            </a:r>
            <a:r>
              <a:rPr lang="ko-KR" altLang="en-US" sz="1200" dirty="0">
                <a:solidFill>
                  <a:schemeClr val="bg1"/>
                </a:solidFill>
              </a:rPr>
              <a:t> 빌드에서 테이블을 </a:t>
            </a:r>
            <a:r>
              <a:rPr lang="ko-KR" altLang="en-US" sz="1200" dirty="0" err="1">
                <a:solidFill>
                  <a:schemeClr val="bg1"/>
                </a:solidFill>
              </a:rPr>
              <a:t>리임포트</a:t>
            </a:r>
            <a:r>
              <a:rPr lang="ko-KR" altLang="en-US" sz="1200" dirty="0">
                <a:solidFill>
                  <a:schemeClr val="bg1"/>
                </a:solidFill>
              </a:rPr>
              <a:t> 하고 세이브합니다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2205A9F1-1E31-F6AB-E51A-CF026E2007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469" y="2942918"/>
            <a:ext cx="6173061" cy="220058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5BCC43AD-9A15-BE26-3C19-BD5A9A0E37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0581" y="4867236"/>
            <a:ext cx="1247949" cy="2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4749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8;p5">
            <a:extLst>
              <a:ext uri="{FF2B5EF4-FFF2-40B4-BE49-F238E27FC236}">
                <a16:creationId xmlns:a16="http://schemas.microsoft.com/office/drawing/2014/main" id="{E5572F94-5BEE-DF03-2893-18A0C6F912B3}"/>
              </a:ext>
            </a:extLst>
          </p:cNvPr>
          <p:cNvSpPr txBox="1">
            <a:spLocks/>
          </p:cNvSpPr>
          <p:nvPr/>
        </p:nvSpPr>
        <p:spPr>
          <a:xfrm>
            <a:off x="311700" y="-3600"/>
            <a:ext cx="8520600" cy="6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ct val="111111"/>
            </a:pPr>
            <a:r>
              <a:rPr lang="en-US" altLang="ko-KR" dirty="0">
                <a:latin typeface="+mn-ea"/>
                <a:ea typeface="+mn-ea"/>
              </a:rPr>
              <a:t>-</a:t>
            </a:r>
            <a:r>
              <a:rPr lang="ko-KR" altLang="en-US" dirty="0">
                <a:latin typeface="+mn-ea"/>
                <a:ea typeface="+mn-ea"/>
              </a:rPr>
              <a:t>예제</a:t>
            </a:r>
            <a:r>
              <a:rPr lang="en-US" altLang="ko-KR" dirty="0">
                <a:latin typeface="+mn-ea"/>
                <a:ea typeface="+mn-ea"/>
              </a:rPr>
              <a:t>5, </a:t>
            </a:r>
            <a:r>
              <a:rPr lang="en-US" altLang="ko-KR" dirty="0" err="1">
                <a:latin typeface="+mn-ea"/>
                <a:ea typeface="+mn-ea"/>
              </a:rPr>
              <a:t>MainforEdit_Chapter</a:t>
            </a:r>
            <a:r>
              <a:rPr lang="en-US" altLang="ko-KR" dirty="0">
                <a:latin typeface="+mn-ea"/>
                <a:ea typeface="+mn-ea"/>
              </a:rPr>
              <a:t> Export</a:t>
            </a:r>
            <a:endParaRPr lang="ko-KR" altLang="en-US" dirty="0">
              <a:latin typeface="+mn-ea"/>
              <a:ea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0BDE248-A46B-30A4-0291-DEF0C4BD9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232" y="789968"/>
            <a:ext cx="5801535" cy="119079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5DF9D5B-F74B-A0F6-40B3-DED8D129A6E5}"/>
              </a:ext>
            </a:extLst>
          </p:cNvPr>
          <p:cNvSpPr txBox="1"/>
          <p:nvPr/>
        </p:nvSpPr>
        <p:spPr>
          <a:xfrm>
            <a:off x="0" y="2228384"/>
            <a:ext cx="9144000" cy="46166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만약 행이 바뀌어서 </a:t>
            </a:r>
            <a:r>
              <a:rPr lang="en-US" altLang="ko-KR" sz="1200" dirty="0" err="1">
                <a:solidFill>
                  <a:schemeClr val="bg1"/>
                </a:solidFill>
              </a:rPr>
              <a:t>MoveLevel</a:t>
            </a:r>
            <a:r>
              <a:rPr lang="ko-KR" altLang="en-US" sz="1200" dirty="0">
                <a:solidFill>
                  <a:schemeClr val="bg1"/>
                </a:solidFill>
              </a:rPr>
              <a:t>의 </a:t>
            </a:r>
            <a:r>
              <a:rPr lang="ko-KR" altLang="en-US" sz="1200" dirty="0" err="1">
                <a:solidFill>
                  <a:schemeClr val="bg1"/>
                </a:solidFill>
              </a:rPr>
              <a:t>로우네임이</a:t>
            </a:r>
            <a:r>
              <a:rPr lang="ko-KR" altLang="en-US" sz="1200" dirty="0">
                <a:solidFill>
                  <a:schemeClr val="bg1"/>
                </a:solidFill>
              </a:rPr>
              <a:t> 변경되면</a:t>
            </a:r>
            <a:r>
              <a:rPr lang="en-US" altLang="ko-KR" sz="1200" dirty="0">
                <a:solidFill>
                  <a:schemeClr val="bg1"/>
                </a:solidFill>
              </a:rPr>
              <a:t>,</a:t>
            </a:r>
          </a:p>
          <a:p>
            <a:r>
              <a:rPr lang="fr-FR" altLang="ko-KR" sz="1200" dirty="0">
                <a:solidFill>
                  <a:schemeClr val="bg1"/>
                </a:solidFill>
              </a:rPr>
              <a:t>D:\P4V\Server_S1\LoveOn\Contents\System\Dialogue\DataTable\Control\DialogueSceneTable.csv </a:t>
            </a:r>
            <a:r>
              <a:rPr lang="ko-KR" altLang="en-US" sz="1200" dirty="0">
                <a:solidFill>
                  <a:schemeClr val="bg1"/>
                </a:solidFill>
              </a:rPr>
              <a:t>을 업데이트 </a:t>
            </a:r>
            <a:r>
              <a:rPr lang="ko-KR" altLang="en-US" sz="1200" dirty="0" err="1">
                <a:solidFill>
                  <a:schemeClr val="bg1"/>
                </a:solidFill>
              </a:rPr>
              <a:t>해야합니다</a:t>
            </a:r>
            <a:r>
              <a:rPr lang="en-US" altLang="ko-KR" sz="1200" dirty="0">
                <a:solidFill>
                  <a:schemeClr val="bg1"/>
                </a:solidFill>
              </a:rPr>
              <a:t>. 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37319E7-8328-B247-8824-BF98C5CD8954}"/>
              </a:ext>
            </a:extLst>
          </p:cNvPr>
          <p:cNvSpPr/>
          <p:nvPr/>
        </p:nvSpPr>
        <p:spPr>
          <a:xfrm>
            <a:off x="3544478" y="880435"/>
            <a:ext cx="622169" cy="8258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A3FF962-8CA5-A728-EA38-9877AAD127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994" y="2821665"/>
            <a:ext cx="2956447" cy="224965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34216AE-B91E-5625-6ABD-C44E526647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4633" y="3629923"/>
            <a:ext cx="4294354" cy="633142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DEBA093A-7C3B-8689-1408-3725F95F55C0}"/>
              </a:ext>
            </a:extLst>
          </p:cNvPr>
          <p:cNvSpPr/>
          <p:nvPr/>
        </p:nvSpPr>
        <p:spPr>
          <a:xfrm>
            <a:off x="7871381" y="3611544"/>
            <a:ext cx="340472" cy="6331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71814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8;p5">
            <a:extLst>
              <a:ext uri="{FF2B5EF4-FFF2-40B4-BE49-F238E27FC236}">
                <a16:creationId xmlns:a16="http://schemas.microsoft.com/office/drawing/2014/main" id="{E5572F94-5BEE-DF03-2893-18A0C6F912B3}"/>
              </a:ext>
            </a:extLst>
          </p:cNvPr>
          <p:cNvSpPr txBox="1">
            <a:spLocks/>
          </p:cNvSpPr>
          <p:nvPr/>
        </p:nvSpPr>
        <p:spPr>
          <a:xfrm>
            <a:off x="311700" y="-3600"/>
            <a:ext cx="8520600" cy="6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ct val="111111"/>
            </a:pPr>
            <a:r>
              <a:rPr lang="en-US" altLang="ko-KR" dirty="0">
                <a:latin typeface="+mn-ea"/>
                <a:ea typeface="+mn-ea"/>
              </a:rPr>
              <a:t>-</a:t>
            </a:r>
            <a:r>
              <a:rPr lang="ko-KR" altLang="en-US" dirty="0">
                <a:latin typeface="+mn-ea"/>
                <a:ea typeface="+mn-ea"/>
              </a:rPr>
              <a:t>예제</a:t>
            </a:r>
            <a:r>
              <a:rPr lang="en-US" altLang="ko-KR" dirty="0">
                <a:latin typeface="+mn-ea"/>
                <a:ea typeface="+mn-ea"/>
              </a:rPr>
              <a:t>5, </a:t>
            </a:r>
            <a:r>
              <a:rPr lang="fr-FR" altLang="ko-KR" sz="3600" dirty="0">
                <a:solidFill>
                  <a:schemeClr val="tx1"/>
                </a:solidFill>
              </a:rPr>
              <a:t>DialogueSceneTable</a:t>
            </a:r>
            <a:endParaRPr lang="ko-KR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ABAA5479-74DA-C0EC-5C43-40AB0DB51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878067"/>
            <a:ext cx="5477639" cy="2105319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6E3CA4F0-6741-4211-B992-40414B258D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037521"/>
            <a:ext cx="1247949" cy="27626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0ADD7FD-6B2E-2FE6-E38D-E0D540C3C6AC}"/>
              </a:ext>
            </a:extLst>
          </p:cNvPr>
          <p:cNvSpPr txBox="1"/>
          <p:nvPr/>
        </p:nvSpPr>
        <p:spPr>
          <a:xfrm>
            <a:off x="0" y="3670685"/>
            <a:ext cx="9144000" cy="64633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1200" dirty="0" err="1">
                <a:solidFill>
                  <a:schemeClr val="bg1"/>
                </a:solidFill>
              </a:rPr>
              <a:t>리임포트를</a:t>
            </a:r>
            <a:r>
              <a:rPr lang="ko-KR" altLang="en-US" sz="1200" dirty="0">
                <a:solidFill>
                  <a:schemeClr val="bg1"/>
                </a:solidFill>
              </a:rPr>
              <a:t> 하면 되는데</a:t>
            </a:r>
            <a:r>
              <a:rPr lang="en-US" altLang="ko-KR" sz="1200" dirty="0">
                <a:solidFill>
                  <a:schemeClr val="bg1"/>
                </a:solidFill>
              </a:rPr>
              <a:t>-</a:t>
            </a:r>
          </a:p>
          <a:p>
            <a:r>
              <a:rPr lang="ko-KR" altLang="en-US" sz="1200" dirty="0">
                <a:solidFill>
                  <a:schemeClr val="bg1"/>
                </a:solidFill>
              </a:rPr>
              <a:t>사실 이것도 </a:t>
            </a:r>
            <a:r>
              <a:rPr lang="ko-KR" altLang="en-US" sz="1200" dirty="0" err="1">
                <a:solidFill>
                  <a:schemeClr val="bg1"/>
                </a:solidFill>
              </a:rPr>
              <a:t>언리얼에서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csv</a:t>
            </a:r>
            <a:r>
              <a:rPr lang="ko-KR" altLang="en-US" sz="1200" dirty="0">
                <a:solidFill>
                  <a:schemeClr val="bg1"/>
                </a:solidFill>
              </a:rPr>
              <a:t>를 직접 </a:t>
            </a:r>
            <a:r>
              <a:rPr lang="ko-KR" altLang="en-US" sz="1200" dirty="0" err="1">
                <a:solidFill>
                  <a:schemeClr val="bg1"/>
                </a:solidFill>
              </a:rPr>
              <a:t>수정하는게</a:t>
            </a:r>
            <a:r>
              <a:rPr lang="ko-KR" altLang="en-US" sz="1200" dirty="0">
                <a:solidFill>
                  <a:schemeClr val="bg1"/>
                </a:solidFill>
              </a:rPr>
              <a:t> 편합니다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r>
              <a:rPr lang="ko-KR" altLang="en-US" sz="1200" dirty="0">
                <a:solidFill>
                  <a:schemeClr val="bg1"/>
                </a:solidFill>
              </a:rPr>
              <a:t>편의성을 챙기려면 </a:t>
            </a:r>
            <a:r>
              <a:rPr lang="ko-KR" altLang="en-US" sz="1200" dirty="0" err="1">
                <a:solidFill>
                  <a:schemeClr val="bg1"/>
                </a:solidFill>
              </a:rPr>
              <a:t>리임포트</a:t>
            </a:r>
            <a:r>
              <a:rPr lang="ko-KR" altLang="en-US" sz="1200" dirty="0">
                <a:solidFill>
                  <a:schemeClr val="bg1"/>
                </a:solidFill>
              </a:rPr>
              <a:t> 말고 </a:t>
            </a:r>
            <a:r>
              <a:rPr lang="en-US" altLang="ko-KR" sz="1200" dirty="0">
                <a:solidFill>
                  <a:schemeClr val="bg1"/>
                </a:solidFill>
              </a:rPr>
              <a:t>csv</a:t>
            </a:r>
            <a:r>
              <a:rPr lang="ko-KR" altLang="en-US" sz="1200" dirty="0">
                <a:solidFill>
                  <a:schemeClr val="bg1"/>
                </a:solidFill>
              </a:rPr>
              <a:t>를 직접 수정해서 세이브해도 됩니다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ADE2AE0-318F-D519-C203-3BB2D2B3D5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5784" y="3874288"/>
            <a:ext cx="4058216" cy="1238423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8FC219C9-55E2-F53D-3938-DDFDE6D38636}"/>
              </a:ext>
            </a:extLst>
          </p:cNvPr>
          <p:cNvSpPr/>
          <p:nvPr/>
        </p:nvSpPr>
        <p:spPr>
          <a:xfrm>
            <a:off x="8154185" y="3880882"/>
            <a:ext cx="916746" cy="12252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84572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8;p5">
            <a:extLst>
              <a:ext uri="{FF2B5EF4-FFF2-40B4-BE49-F238E27FC236}">
                <a16:creationId xmlns:a16="http://schemas.microsoft.com/office/drawing/2014/main" id="{E5572F94-5BEE-DF03-2893-18A0C6F912B3}"/>
              </a:ext>
            </a:extLst>
          </p:cNvPr>
          <p:cNvSpPr txBox="1">
            <a:spLocks/>
          </p:cNvSpPr>
          <p:nvPr/>
        </p:nvSpPr>
        <p:spPr>
          <a:xfrm>
            <a:off x="311700" y="-3600"/>
            <a:ext cx="8520600" cy="6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ct val="111111"/>
            </a:pPr>
            <a:r>
              <a:rPr lang="ko-KR" altLang="en-US" dirty="0">
                <a:latin typeface="+mn-ea"/>
                <a:ea typeface="+mn-ea"/>
              </a:rPr>
              <a:t>필수 규칙</a:t>
            </a:r>
            <a:endParaRPr lang="ko-KR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FF95EC-4E82-5E7E-FCD7-AABDCE2DEC9C}"/>
              </a:ext>
            </a:extLst>
          </p:cNvPr>
          <p:cNvSpPr txBox="1"/>
          <p:nvPr/>
        </p:nvSpPr>
        <p:spPr>
          <a:xfrm>
            <a:off x="0" y="1303348"/>
            <a:ext cx="9144000" cy="304698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1. </a:t>
            </a:r>
            <a:r>
              <a:rPr lang="en-US" altLang="ko-KR" sz="1200" dirty="0" err="1">
                <a:solidFill>
                  <a:schemeClr val="bg1"/>
                </a:solidFill>
              </a:rPr>
              <a:t>MainforEdit</a:t>
            </a:r>
            <a:r>
              <a:rPr lang="ko-KR" altLang="en-US" sz="1200" dirty="0">
                <a:solidFill>
                  <a:schemeClr val="bg1"/>
                </a:solidFill>
              </a:rPr>
              <a:t>파일과 </a:t>
            </a:r>
            <a:r>
              <a:rPr lang="ko-KR" altLang="en-US" sz="1200" dirty="0" err="1">
                <a:solidFill>
                  <a:schemeClr val="bg1"/>
                </a:solidFill>
              </a:rPr>
              <a:t>리임포트</a:t>
            </a:r>
            <a:r>
              <a:rPr lang="ko-KR" altLang="en-US" sz="1200" dirty="0">
                <a:solidFill>
                  <a:schemeClr val="bg1"/>
                </a:solidFill>
              </a:rPr>
              <a:t> 할 </a:t>
            </a:r>
            <a:r>
              <a:rPr lang="en-US" altLang="ko-KR" sz="1200" dirty="0">
                <a:solidFill>
                  <a:schemeClr val="bg1"/>
                </a:solidFill>
              </a:rPr>
              <a:t>CSV </a:t>
            </a:r>
            <a:r>
              <a:rPr lang="ko-KR" altLang="en-US" sz="1200" dirty="0">
                <a:solidFill>
                  <a:schemeClr val="bg1"/>
                </a:solidFill>
              </a:rPr>
              <a:t>파일들은 수정 시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체크아웃 하고 </a:t>
            </a:r>
            <a:r>
              <a:rPr lang="ko-KR" altLang="en-US" sz="1200" dirty="0" err="1">
                <a:solidFill>
                  <a:schemeClr val="bg1"/>
                </a:solidFill>
              </a:rPr>
              <a:t>수정해야합니다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2. </a:t>
            </a:r>
            <a:r>
              <a:rPr lang="ko-KR" altLang="en-US" sz="1200" dirty="0">
                <a:solidFill>
                  <a:schemeClr val="bg1"/>
                </a:solidFill>
              </a:rPr>
              <a:t>대사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이미지 </a:t>
            </a:r>
            <a:r>
              <a:rPr lang="ko-KR" altLang="en-US" sz="1200" dirty="0" err="1">
                <a:solidFill>
                  <a:schemeClr val="bg1"/>
                </a:solidFill>
              </a:rPr>
              <a:t>컷씬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목소리는 </a:t>
            </a:r>
            <a:r>
              <a:rPr lang="en-US" altLang="ko-KR" sz="1200" dirty="0">
                <a:solidFill>
                  <a:schemeClr val="bg1"/>
                </a:solidFill>
              </a:rPr>
              <a:t>Localization</a:t>
            </a:r>
            <a:r>
              <a:rPr lang="ko-KR" altLang="en-US" sz="1200" dirty="0">
                <a:solidFill>
                  <a:schemeClr val="bg1"/>
                </a:solidFill>
              </a:rPr>
              <a:t>에 업데이트하고 </a:t>
            </a:r>
            <a:r>
              <a:rPr lang="ko-KR" altLang="en-US" sz="1200" dirty="0" err="1">
                <a:solidFill>
                  <a:schemeClr val="bg1"/>
                </a:solidFill>
              </a:rPr>
              <a:t>리임포트</a:t>
            </a:r>
            <a:r>
              <a:rPr lang="ko-KR" altLang="en-US" sz="1200" dirty="0">
                <a:solidFill>
                  <a:schemeClr val="bg1"/>
                </a:solidFill>
              </a:rPr>
              <a:t> 후에 연출 테이블에서 사용 가능합니다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3. </a:t>
            </a:r>
            <a:r>
              <a:rPr lang="ko-KR" altLang="en-US" sz="1200" dirty="0">
                <a:solidFill>
                  <a:schemeClr val="bg1"/>
                </a:solidFill>
              </a:rPr>
              <a:t>배경음악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환경음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효과음은 </a:t>
            </a:r>
            <a:r>
              <a:rPr lang="en-US" altLang="ko-KR" sz="1200" dirty="0">
                <a:solidFill>
                  <a:schemeClr val="bg1"/>
                </a:solidFill>
              </a:rPr>
              <a:t>Sound </a:t>
            </a:r>
            <a:r>
              <a:rPr lang="ko-KR" altLang="en-US" sz="1200" dirty="0">
                <a:solidFill>
                  <a:schemeClr val="bg1"/>
                </a:solidFill>
              </a:rPr>
              <a:t>테이블을 업데이트 하고 연출 테이블에서 사용 가능합니다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4. </a:t>
            </a:r>
            <a:r>
              <a:rPr lang="ko-KR" altLang="en-US" sz="1200" dirty="0">
                <a:solidFill>
                  <a:schemeClr val="bg1"/>
                </a:solidFill>
              </a:rPr>
              <a:t>연출 테이블의 행이 변경된 경우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ko-KR" altLang="en-US" sz="1200" dirty="0">
                <a:solidFill>
                  <a:schemeClr val="bg1"/>
                </a:solidFill>
              </a:rPr>
              <a:t>추가</a:t>
            </a:r>
            <a:r>
              <a:rPr lang="en-US" altLang="ko-KR" sz="1200" dirty="0">
                <a:solidFill>
                  <a:schemeClr val="bg1"/>
                </a:solidFill>
              </a:rPr>
              <a:t>/</a:t>
            </a:r>
            <a:r>
              <a:rPr lang="ko-KR" altLang="en-US" sz="1200" dirty="0">
                <a:solidFill>
                  <a:schemeClr val="bg1"/>
                </a:solidFill>
              </a:rPr>
              <a:t>삭제</a:t>
            </a:r>
            <a:r>
              <a:rPr lang="en-US" altLang="ko-KR" sz="1200" dirty="0">
                <a:solidFill>
                  <a:schemeClr val="bg1"/>
                </a:solidFill>
              </a:rPr>
              <a:t>), </a:t>
            </a:r>
            <a:r>
              <a:rPr lang="ko-KR" altLang="en-US" sz="1200" dirty="0">
                <a:solidFill>
                  <a:schemeClr val="bg1"/>
                </a:solidFill>
              </a:rPr>
              <a:t> 레벨 변경에 따른 로우 네임이 바뀌어서 반드시 </a:t>
            </a:r>
            <a:r>
              <a:rPr lang="fr-FR" altLang="ko-KR" sz="1200" dirty="0">
                <a:solidFill>
                  <a:schemeClr val="bg1"/>
                </a:solidFill>
              </a:rPr>
              <a:t>DialogueSceneTable</a:t>
            </a:r>
            <a:r>
              <a:rPr lang="ko-KR" altLang="en-US" sz="1200" dirty="0">
                <a:solidFill>
                  <a:schemeClr val="bg1"/>
                </a:solidFill>
              </a:rPr>
              <a:t>도 같이 업데이트 </a:t>
            </a:r>
            <a:r>
              <a:rPr lang="ko-KR" altLang="en-US" sz="1200" dirty="0" err="1">
                <a:solidFill>
                  <a:schemeClr val="bg1"/>
                </a:solidFill>
              </a:rPr>
              <a:t>해줘야합니다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5. </a:t>
            </a:r>
            <a:r>
              <a:rPr lang="ko-KR" altLang="en-US" sz="1200" dirty="0">
                <a:solidFill>
                  <a:schemeClr val="bg1"/>
                </a:solidFill>
              </a:rPr>
              <a:t>연출 테이블들을 </a:t>
            </a:r>
            <a:r>
              <a:rPr lang="ko-KR" altLang="en-US" sz="1200" dirty="0" err="1">
                <a:solidFill>
                  <a:schemeClr val="bg1"/>
                </a:solidFill>
              </a:rPr>
              <a:t>리임포트</a:t>
            </a:r>
            <a:r>
              <a:rPr lang="ko-KR" altLang="en-US" sz="1200" dirty="0">
                <a:solidFill>
                  <a:schemeClr val="bg1"/>
                </a:solidFill>
              </a:rPr>
              <a:t> 하고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테스트 한 후에 </a:t>
            </a:r>
            <a:r>
              <a:rPr lang="ko-KR" altLang="en-US" sz="1200" dirty="0" err="1">
                <a:solidFill>
                  <a:schemeClr val="bg1"/>
                </a:solidFill>
              </a:rPr>
              <a:t>서밋</a:t>
            </a:r>
            <a:r>
              <a:rPr lang="ko-KR" altLang="en-US" sz="1200" dirty="0">
                <a:solidFill>
                  <a:schemeClr val="bg1"/>
                </a:solidFill>
              </a:rPr>
              <a:t> 하면 됩니다</a:t>
            </a:r>
            <a:r>
              <a:rPr lang="en-US" altLang="ko-KR" sz="1200" dirty="0">
                <a:solidFill>
                  <a:schemeClr val="bg1"/>
                </a:solidFill>
              </a:rPr>
              <a:t>. </a:t>
            </a:r>
            <a:r>
              <a:rPr lang="ko-KR" altLang="en-US" sz="1200" dirty="0">
                <a:solidFill>
                  <a:schemeClr val="bg1"/>
                </a:solidFill>
              </a:rPr>
              <a:t>최대한 </a:t>
            </a:r>
            <a:r>
              <a:rPr lang="ko-KR" altLang="en-US" sz="1200" dirty="0" err="1">
                <a:solidFill>
                  <a:schemeClr val="bg1"/>
                </a:solidFill>
              </a:rPr>
              <a:t>서밋은</a:t>
            </a:r>
            <a:r>
              <a:rPr lang="ko-KR" altLang="en-US" sz="1200" dirty="0">
                <a:solidFill>
                  <a:schemeClr val="bg1"/>
                </a:solidFill>
              </a:rPr>
              <a:t> 테이블 작업 테스트가 완료된 이후에 하는 것이 좋습니다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ko-KR" altLang="en-US" sz="1200" dirty="0">
                <a:solidFill>
                  <a:schemeClr val="bg1"/>
                </a:solidFill>
              </a:rPr>
              <a:t>궁금한 점이 있다면 언제든지 연락해주세요</a:t>
            </a:r>
            <a:endParaRPr lang="en-US" altLang="ko-KR" sz="1200" dirty="0">
              <a:solidFill>
                <a:schemeClr val="bg1"/>
              </a:solidFill>
            </a:endParaRPr>
          </a:p>
          <a:p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M. 010-3366-4848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E. MRS86@NAVER.COM</a:t>
            </a:r>
          </a:p>
        </p:txBody>
      </p:sp>
    </p:spTree>
    <p:extLst>
      <p:ext uri="{BB962C8B-B14F-4D97-AF65-F5344CB8AC3E}">
        <p14:creationId xmlns:p14="http://schemas.microsoft.com/office/powerpoint/2010/main" val="34964792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8;p5">
            <a:extLst>
              <a:ext uri="{FF2B5EF4-FFF2-40B4-BE49-F238E27FC236}">
                <a16:creationId xmlns:a16="http://schemas.microsoft.com/office/drawing/2014/main" id="{E5572F94-5BEE-DF03-2893-18A0C6F912B3}"/>
              </a:ext>
            </a:extLst>
          </p:cNvPr>
          <p:cNvSpPr txBox="1">
            <a:spLocks/>
          </p:cNvSpPr>
          <p:nvPr/>
        </p:nvSpPr>
        <p:spPr>
          <a:xfrm>
            <a:off x="311700" y="-3600"/>
            <a:ext cx="8520600" cy="6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ct val="111111"/>
            </a:pPr>
            <a:r>
              <a:rPr lang="en-US" altLang="ko-KR" dirty="0">
                <a:latin typeface="+mn-ea"/>
                <a:ea typeface="+mn-ea"/>
              </a:rPr>
              <a:t>-</a:t>
            </a:r>
            <a:r>
              <a:rPr lang="ko-KR" altLang="en-US" dirty="0">
                <a:latin typeface="+mn-ea"/>
                <a:ea typeface="+mn-ea"/>
              </a:rPr>
              <a:t>예제</a:t>
            </a:r>
            <a:r>
              <a:rPr lang="en-US" altLang="ko-KR" dirty="0">
                <a:latin typeface="+mn-ea"/>
                <a:ea typeface="+mn-ea"/>
              </a:rPr>
              <a:t>6, </a:t>
            </a:r>
            <a:r>
              <a:rPr lang="fr-FR" altLang="ko-KR" sz="3600" dirty="0">
                <a:solidFill>
                  <a:schemeClr val="tx1"/>
                </a:solidFill>
              </a:rPr>
              <a:t>SkinshipSceneTable</a:t>
            </a:r>
            <a:endParaRPr lang="ko-KR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ADD7FD-6B2E-2FE6-E38D-E0D540C3C6AC}"/>
              </a:ext>
            </a:extLst>
          </p:cNvPr>
          <p:cNvSpPr txBox="1"/>
          <p:nvPr/>
        </p:nvSpPr>
        <p:spPr>
          <a:xfrm>
            <a:off x="0" y="3670685"/>
            <a:ext cx="9144000" cy="46166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아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얘는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</a:rPr>
              <a:t>스킨쉽</a:t>
            </a:r>
            <a:r>
              <a:rPr lang="ko-KR" altLang="en-US" sz="1200" dirty="0">
                <a:solidFill>
                  <a:schemeClr val="bg1"/>
                </a:solidFill>
              </a:rPr>
              <a:t> 레벨 끝나면 다음 어디 레벨 불러올 건지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제어하는 테이블입니다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r>
              <a:rPr lang="ko-KR" altLang="en-US" sz="1200" dirty="0">
                <a:solidFill>
                  <a:schemeClr val="bg1"/>
                </a:solidFill>
              </a:rPr>
              <a:t>레벨 자체가 추가되지 않으면 만질 일이 거의 없습니다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A593500-F572-B993-8626-16CF81C45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8044" y="1713291"/>
            <a:ext cx="4839375" cy="133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29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8;p5">
            <a:extLst>
              <a:ext uri="{FF2B5EF4-FFF2-40B4-BE49-F238E27FC236}">
                <a16:creationId xmlns:a16="http://schemas.microsoft.com/office/drawing/2014/main" id="{E5572F94-5BEE-DF03-2893-18A0C6F912B3}"/>
              </a:ext>
            </a:extLst>
          </p:cNvPr>
          <p:cNvSpPr txBox="1">
            <a:spLocks/>
          </p:cNvSpPr>
          <p:nvPr/>
        </p:nvSpPr>
        <p:spPr>
          <a:xfrm>
            <a:off x="311700" y="-3600"/>
            <a:ext cx="8520600" cy="6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ct val="111111"/>
            </a:pPr>
            <a:r>
              <a:rPr lang="ko-KR" altLang="en-US" dirty="0">
                <a:latin typeface="+mn-ea"/>
                <a:ea typeface="+mn-ea"/>
              </a:rPr>
              <a:t>빌드 데이터와 서버 데이터 동일화</a:t>
            </a:r>
            <a:endParaRPr lang="ko-KR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ADD7FD-6B2E-2FE6-E38D-E0D540C3C6AC}"/>
              </a:ext>
            </a:extLst>
          </p:cNvPr>
          <p:cNvSpPr txBox="1"/>
          <p:nvPr/>
        </p:nvSpPr>
        <p:spPr>
          <a:xfrm>
            <a:off x="0" y="4358842"/>
            <a:ext cx="9144000" cy="83099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빌드에 </a:t>
            </a:r>
            <a:r>
              <a:rPr lang="en-US" altLang="ko-KR" sz="1200" dirty="0">
                <a:solidFill>
                  <a:schemeClr val="bg1"/>
                </a:solidFill>
              </a:rPr>
              <a:t>WAV</a:t>
            </a:r>
            <a:r>
              <a:rPr lang="ko-KR" altLang="en-US" sz="1200" dirty="0">
                <a:solidFill>
                  <a:schemeClr val="bg1"/>
                </a:solidFill>
              </a:rPr>
              <a:t>나 </a:t>
            </a:r>
            <a:r>
              <a:rPr lang="en-US" altLang="ko-KR" sz="1200" dirty="0">
                <a:solidFill>
                  <a:schemeClr val="bg1"/>
                </a:solidFill>
              </a:rPr>
              <a:t>PNG, </a:t>
            </a:r>
            <a:r>
              <a:rPr lang="ko-KR" altLang="en-US" sz="1200" dirty="0">
                <a:solidFill>
                  <a:schemeClr val="bg1"/>
                </a:solidFill>
              </a:rPr>
              <a:t>애니메이션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캐릭터</a:t>
            </a:r>
            <a:r>
              <a:rPr lang="en-US" altLang="ko-KR" sz="1200" dirty="0">
                <a:solidFill>
                  <a:schemeClr val="bg1"/>
                </a:solidFill>
              </a:rPr>
              <a:t>/</a:t>
            </a:r>
            <a:r>
              <a:rPr lang="ko-KR" altLang="en-US" sz="1200" dirty="0">
                <a:solidFill>
                  <a:schemeClr val="bg1"/>
                </a:solidFill>
              </a:rPr>
              <a:t>배경 매시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쉐이더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텍스쳐</a:t>
            </a:r>
            <a:r>
              <a:rPr lang="ko-KR" altLang="en-US" sz="1200" dirty="0">
                <a:solidFill>
                  <a:schemeClr val="bg1"/>
                </a:solidFill>
              </a:rPr>
              <a:t> 같은 원본 리소스를 </a:t>
            </a:r>
            <a:r>
              <a:rPr lang="ko-KR" altLang="en-US" sz="1200" dirty="0" err="1">
                <a:solidFill>
                  <a:schemeClr val="bg1"/>
                </a:solidFill>
              </a:rPr>
              <a:t>어셋으로</a:t>
            </a:r>
            <a:r>
              <a:rPr lang="ko-KR" altLang="en-US" sz="1200" dirty="0">
                <a:solidFill>
                  <a:schemeClr val="bg1"/>
                </a:solidFill>
              </a:rPr>
              <a:t> 업로드 할 때</a:t>
            </a:r>
            <a:r>
              <a:rPr lang="en-US" altLang="ko-KR" sz="1200" dirty="0">
                <a:solidFill>
                  <a:schemeClr val="bg1"/>
                </a:solidFill>
              </a:rPr>
              <a:t>,</a:t>
            </a:r>
          </a:p>
          <a:p>
            <a:r>
              <a:rPr lang="ko-KR" altLang="en-US" sz="1200" dirty="0">
                <a:solidFill>
                  <a:schemeClr val="bg1"/>
                </a:solidFill>
              </a:rPr>
              <a:t>서버에 해당 파일 꼭 </a:t>
            </a:r>
            <a:r>
              <a:rPr lang="ko-KR" altLang="en-US" sz="1200" dirty="0" err="1">
                <a:solidFill>
                  <a:schemeClr val="bg1"/>
                </a:solidFill>
              </a:rPr>
              <a:t>업로드해야합니다</a:t>
            </a:r>
            <a:r>
              <a:rPr lang="en-US" altLang="ko-KR" sz="1200" dirty="0">
                <a:solidFill>
                  <a:schemeClr val="bg1"/>
                </a:solidFill>
              </a:rPr>
              <a:t>. </a:t>
            </a:r>
            <a:r>
              <a:rPr lang="ko-KR" altLang="en-US" sz="1200" dirty="0">
                <a:solidFill>
                  <a:schemeClr val="bg1"/>
                </a:solidFill>
              </a:rPr>
              <a:t>원본 리소스 버전 </a:t>
            </a:r>
            <a:r>
              <a:rPr lang="ko-KR" altLang="en-US" sz="1200" dirty="0" err="1">
                <a:solidFill>
                  <a:schemeClr val="bg1"/>
                </a:solidFill>
              </a:rPr>
              <a:t>관리할때</a:t>
            </a: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이거 안해두면 매우 골치 아파집니다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r>
              <a:rPr lang="ko-KR" altLang="en-US" sz="1200" dirty="0">
                <a:solidFill>
                  <a:schemeClr val="bg1"/>
                </a:solidFill>
              </a:rPr>
              <a:t>작업자가 서로 가지고 있는 리소스가 다를 수 있습니다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r>
              <a:rPr lang="ko-KR" altLang="en-US" sz="1200" dirty="0">
                <a:solidFill>
                  <a:schemeClr val="bg1"/>
                </a:solidFill>
              </a:rPr>
              <a:t>빌드에 업로드할 파일은 동일한 빌드 경로에 원본파일을 </a:t>
            </a:r>
            <a:r>
              <a:rPr lang="ko-KR" altLang="en-US" sz="1200" dirty="0" err="1">
                <a:solidFill>
                  <a:schemeClr val="bg1"/>
                </a:solidFill>
              </a:rPr>
              <a:t>올려둡시다</a:t>
            </a:r>
            <a:r>
              <a:rPr lang="en-US" altLang="ko-KR" sz="1200" dirty="0">
                <a:solidFill>
                  <a:schemeClr val="bg1"/>
                </a:solidFill>
              </a:rPr>
              <a:t>. &lt;-</a:t>
            </a:r>
            <a:r>
              <a:rPr lang="ko-KR" altLang="en-US" sz="1200" dirty="0">
                <a:solidFill>
                  <a:schemeClr val="bg1"/>
                </a:solidFill>
              </a:rPr>
              <a:t>이거 자동화가 되면 참 좋을 텐데 말이지요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4107F81-A26B-B0ED-3282-554B56FC07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028" y="1294398"/>
            <a:ext cx="2031976" cy="289572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693DF98-2DE9-6A30-B267-D1104C6E9A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9997" y="1291472"/>
            <a:ext cx="1888978" cy="287797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5A5532D-0A57-D5F7-F4F8-28F0C50C13FB}"/>
              </a:ext>
            </a:extLst>
          </p:cNvPr>
          <p:cNvSpPr txBox="1"/>
          <p:nvPr/>
        </p:nvSpPr>
        <p:spPr>
          <a:xfrm>
            <a:off x="0" y="685800"/>
            <a:ext cx="9144000" cy="46166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아마도</a:t>
            </a:r>
            <a:r>
              <a:rPr lang="en-US" altLang="ko-KR" sz="1200" dirty="0">
                <a:solidFill>
                  <a:schemeClr val="bg1"/>
                </a:solidFill>
              </a:rPr>
              <a:t>…</a:t>
            </a:r>
            <a:r>
              <a:rPr lang="ko-KR" altLang="en-US" sz="1200" dirty="0">
                <a:solidFill>
                  <a:schemeClr val="bg1"/>
                </a:solidFill>
              </a:rPr>
              <a:t>저는 최신화를 잘 했을 것입니다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r>
              <a:rPr lang="ko-KR" altLang="en-US" sz="1200" dirty="0">
                <a:solidFill>
                  <a:schemeClr val="bg1"/>
                </a:solidFill>
              </a:rPr>
              <a:t>아마도</a:t>
            </a:r>
            <a:r>
              <a:rPr lang="en-US" altLang="ko-KR" sz="1200" dirty="0">
                <a:solidFill>
                  <a:schemeClr val="bg1"/>
                </a:solidFill>
              </a:rPr>
              <a:t>…</a:t>
            </a:r>
            <a:r>
              <a:rPr lang="ko-KR" altLang="en-US" sz="1200" dirty="0">
                <a:solidFill>
                  <a:schemeClr val="bg1"/>
                </a:solidFill>
              </a:rPr>
              <a:t>최신화가 안되어 있으면</a:t>
            </a: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실수로 누락했을 텐데</a:t>
            </a:r>
            <a:r>
              <a:rPr lang="en-US" altLang="ko-KR" sz="1200" dirty="0">
                <a:solidFill>
                  <a:schemeClr val="bg1"/>
                </a:solidFill>
              </a:rPr>
              <a:t>…</a:t>
            </a:r>
            <a:r>
              <a:rPr lang="ko-KR" altLang="en-US" sz="1200" dirty="0">
                <a:solidFill>
                  <a:schemeClr val="bg1"/>
                </a:solidFill>
              </a:rPr>
              <a:t>하드 디스크 </a:t>
            </a:r>
            <a:r>
              <a:rPr lang="ko-KR" altLang="en-US" sz="1200" dirty="0" err="1">
                <a:solidFill>
                  <a:schemeClr val="bg1"/>
                </a:solidFill>
              </a:rPr>
              <a:t>어딘가에는</a:t>
            </a:r>
            <a:r>
              <a:rPr lang="ko-KR" altLang="en-US" sz="1200" dirty="0">
                <a:solidFill>
                  <a:schemeClr val="bg1"/>
                </a:solidFill>
              </a:rPr>
              <a:t> 있을 가능성이</a:t>
            </a:r>
            <a:r>
              <a:rPr lang="en-US" altLang="ko-KR" sz="1200" dirty="0">
                <a:solidFill>
                  <a:schemeClr val="bg1"/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30328565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1192</TotalTime>
  <Words>1812</Words>
  <Application>Microsoft Office PowerPoint</Application>
  <PresentationFormat>화면 슬라이드 쇼(16:9)</PresentationFormat>
  <Paragraphs>201</Paragraphs>
  <Slides>32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35" baseType="lpstr">
      <vt:lpstr>Malgun Gothic</vt:lpstr>
      <vt:lpstr>Arial</vt:lpstr>
      <vt:lpstr>Simple Light</vt:lpstr>
      <vt:lpstr>LOVEON 데이터 테이블 구조</vt:lpstr>
      <vt:lpstr>버전 관리</vt:lpstr>
      <vt:lpstr>1. Dialogue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현우 조</cp:lastModifiedBy>
  <cp:revision>58</cp:revision>
  <dcterms:modified xsi:type="dcterms:W3CDTF">2024-08-01T07:20:04Z</dcterms:modified>
</cp:coreProperties>
</file>